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6E30B60-0FF8-4B36-9841-8886DCA91675}" type="doc">
      <dgm:prSet loTypeId="urn:microsoft.com/office/officeart/2005/8/layout/vList2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C1A07C33-7980-4193-A333-3AF3EF0595DE}">
      <dgm:prSet custT="1"/>
      <dgm:spPr/>
      <dgm:t>
        <a:bodyPr/>
        <a:lstStyle/>
        <a:p>
          <a:r>
            <a:rPr lang="en-US" sz="2800" b="0" i="0" dirty="0">
              <a:solidFill>
                <a:schemeClr val="bg1"/>
              </a:solidFill>
            </a:rPr>
            <a:t>select * from customers;</a:t>
          </a:r>
          <a:endParaRPr lang="en-IN" sz="2800" b="0" dirty="0">
            <a:solidFill>
              <a:schemeClr val="bg1"/>
            </a:solidFill>
          </a:endParaRPr>
        </a:p>
      </dgm:t>
    </dgm:pt>
    <dgm:pt modelId="{09B71705-5A1B-4618-AD97-C82F9E2092B8}" type="parTrans" cxnId="{831FA09E-C186-4742-98C9-85FB502493C7}">
      <dgm:prSet/>
      <dgm:spPr/>
      <dgm:t>
        <a:bodyPr/>
        <a:lstStyle/>
        <a:p>
          <a:endParaRPr lang="en-IN"/>
        </a:p>
      </dgm:t>
    </dgm:pt>
    <dgm:pt modelId="{FE0EE0BD-79C1-4140-8903-09701AF53BF0}" type="sibTrans" cxnId="{831FA09E-C186-4742-98C9-85FB502493C7}">
      <dgm:prSet/>
      <dgm:spPr/>
      <dgm:t>
        <a:bodyPr/>
        <a:lstStyle/>
        <a:p>
          <a:endParaRPr lang="en-IN"/>
        </a:p>
      </dgm:t>
    </dgm:pt>
    <dgm:pt modelId="{AC678383-9288-4ABA-BCDA-45B8FCA25FD8}" type="pres">
      <dgm:prSet presAssocID="{C6E30B60-0FF8-4B36-9841-8886DCA91675}" presName="linear" presStyleCnt="0">
        <dgm:presLayoutVars>
          <dgm:animLvl val="lvl"/>
          <dgm:resizeHandles val="exact"/>
        </dgm:presLayoutVars>
      </dgm:prSet>
      <dgm:spPr/>
    </dgm:pt>
    <dgm:pt modelId="{93050B86-D4AF-4FA6-BAEE-4F0C607E7B38}" type="pres">
      <dgm:prSet presAssocID="{C1A07C33-7980-4193-A333-3AF3EF0595DE}" presName="parentText" presStyleLbl="node1" presStyleIdx="0" presStyleCnt="1" custLinFactNeighborX="-2079" custLinFactNeighborY="0">
        <dgm:presLayoutVars>
          <dgm:chMax val="0"/>
          <dgm:bulletEnabled val="1"/>
        </dgm:presLayoutVars>
      </dgm:prSet>
      <dgm:spPr/>
    </dgm:pt>
  </dgm:ptLst>
  <dgm:cxnLst>
    <dgm:cxn modelId="{831FA09E-C186-4742-98C9-85FB502493C7}" srcId="{C6E30B60-0FF8-4B36-9841-8886DCA91675}" destId="{C1A07C33-7980-4193-A333-3AF3EF0595DE}" srcOrd="0" destOrd="0" parTransId="{09B71705-5A1B-4618-AD97-C82F9E2092B8}" sibTransId="{FE0EE0BD-79C1-4140-8903-09701AF53BF0}"/>
    <dgm:cxn modelId="{C2F60CAF-9B7C-48F2-8058-9321864553C2}" type="presOf" srcId="{C1A07C33-7980-4193-A333-3AF3EF0595DE}" destId="{93050B86-D4AF-4FA6-BAEE-4F0C607E7B38}" srcOrd="0" destOrd="0" presId="urn:microsoft.com/office/officeart/2005/8/layout/vList2"/>
    <dgm:cxn modelId="{93DACFD8-7366-4834-8BC0-0D251F9B1BE3}" type="presOf" srcId="{C6E30B60-0FF8-4B36-9841-8886DCA91675}" destId="{AC678383-9288-4ABA-BCDA-45B8FCA25FD8}" srcOrd="0" destOrd="0" presId="urn:microsoft.com/office/officeart/2005/8/layout/vList2"/>
    <dgm:cxn modelId="{C80FB250-06CA-4548-8A9B-C210D9E34816}" type="presParOf" srcId="{AC678383-9288-4ABA-BCDA-45B8FCA25FD8}" destId="{93050B86-D4AF-4FA6-BAEE-4F0C607E7B3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5C943F6-93D6-4C53-B811-5A5DB100F97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B267F62-59A1-4653-9B48-50C4D4CE164D}">
      <dgm:prSet/>
      <dgm:spPr/>
      <dgm:t>
        <a:bodyPr/>
        <a:lstStyle/>
        <a:p>
          <a:r>
            <a:rPr lang="en-US" b="0" i="0" dirty="0">
              <a:solidFill>
                <a:schemeClr val="bg1"/>
              </a:solidFill>
            </a:rPr>
            <a:t>Select order id, order date, country, region from customers;</a:t>
          </a:r>
          <a:endParaRPr lang="en-IN" dirty="0">
            <a:solidFill>
              <a:schemeClr val="bg1"/>
            </a:solidFill>
          </a:endParaRPr>
        </a:p>
      </dgm:t>
    </dgm:pt>
    <dgm:pt modelId="{A0BC7198-9150-4E7E-8E00-79013D43415B}" type="parTrans" cxnId="{22EB9387-4CB4-443A-87E3-6B9903783E4E}">
      <dgm:prSet/>
      <dgm:spPr/>
      <dgm:t>
        <a:bodyPr/>
        <a:lstStyle/>
        <a:p>
          <a:endParaRPr lang="en-IN"/>
        </a:p>
      </dgm:t>
    </dgm:pt>
    <dgm:pt modelId="{E2166C1A-E6FB-4410-941D-B7AD6A77BD00}" type="sibTrans" cxnId="{22EB9387-4CB4-443A-87E3-6B9903783E4E}">
      <dgm:prSet/>
      <dgm:spPr/>
      <dgm:t>
        <a:bodyPr/>
        <a:lstStyle/>
        <a:p>
          <a:endParaRPr lang="en-IN"/>
        </a:p>
      </dgm:t>
    </dgm:pt>
    <dgm:pt modelId="{649A1C6C-9DBA-4200-AE8D-50DE1EC593F1}" type="pres">
      <dgm:prSet presAssocID="{A5C943F6-93D6-4C53-B811-5A5DB100F972}" presName="linear" presStyleCnt="0">
        <dgm:presLayoutVars>
          <dgm:animLvl val="lvl"/>
          <dgm:resizeHandles val="exact"/>
        </dgm:presLayoutVars>
      </dgm:prSet>
      <dgm:spPr/>
    </dgm:pt>
    <dgm:pt modelId="{73DD35B9-25D9-4C69-B6BB-C83A4C098A84}" type="pres">
      <dgm:prSet presAssocID="{6B267F62-59A1-4653-9B48-50C4D4CE164D}" presName="parentText" presStyleLbl="node1" presStyleIdx="0" presStyleCnt="1" custScaleY="149646">
        <dgm:presLayoutVars>
          <dgm:chMax val="0"/>
          <dgm:bulletEnabled val="1"/>
        </dgm:presLayoutVars>
      </dgm:prSet>
      <dgm:spPr/>
    </dgm:pt>
  </dgm:ptLst>
  <dgm:cxnLst>
    <dgm:cxn modelId="{A5C86879-E32E-4D7C-ABEF-435BF1FBDD26}" type="presOf" srcId="{6B267F62-59A1-4653-9B48-50C4D4CE164D}" destId="{73DD35B9-25D9-4C69-B6BB-C83A4C098A84}" srcOrd="0" destOrd="0" presId="urn:microsoft.com/office/officeart/2005/8/layout/vList2"/>
    <dgm:cxn modelId="{22EB9387-4CB4-443A-87E3-6B9903783E4E}" srcId="{A5C943F6-93D6-4C53-B811-5A5DB100F972}" destId="{6B267F62-59A1-4653-9B48-50C4D4CE164D}" srcOrd="0" destOrd="0" parTransId="{A0BC7198-9150-4E7E-8E00-79013D43415B}" sibTransId="{E2166C1A-E6FB-4410-941D-B7AD6A77BD00}"/>
    <dgm:cxn modelId="{7E9A05CB-B548-4746-9920-68B997ABD639}" type="presOf" srcId="{A5C943F6-93D6-4C53-B811-5A5DB100F972}" destId="{649A1C6C-9DBA-4200-AE8D-50DE1EC593F1}" srcOrd="0" destOrd="0" presId="urn:microsoft.com/office/officeart/2005/8/layout/vList2"/>
    <dgm:cxn modelId="{C10145F0-9CB6-46B6-B86C-1588C37DD6CA}" type="presParOf" srcId="{649A1C6C-9DBA-4200-AE8D-50DE1EC593F1}" destId="{73DD35B9-25D9-4C69-B6BB-C83A4C098A8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0FA2190-7976-4484-9B61-59CD02A047F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5D4425F-6494-477C-A1F7-F45DF69CA23B}">
      <dgm:prSet custT="1"/>
      <dgm:spPr/>
      <dgm:t>
        <a:bodyPr/>
        <a:lstStyle/>
        <a:p>
          <a:r>
            <a:rPr lang="en-US" sz="2800" b="0" i="0" dirty="0">
              <a:solidFill>
                <a:schemeClr val="bg1"/>
              </a:solidFill>
            </a:rPr>
            <a:t>select distinct(category) from customers ;</a:t>
          </a:r>
          <a:endParaRPr lang="en-IN" sz="2800" dirty="0">
            <a:solidFill>
              <a:schemeClr val="bg1"/>
            </a:solidFill>
          </a:endParaRPr>
        </a:p>
      </dgm:t>
    </dgm:pt>
    <dgm:pt modelId="{5612FC5C-687A-403B-9FD1-E3B365664542}" type="parTrans" cxnId="{4CCBDA05-88C0-4219-AFD2-327E2C9C39A7}">
      <dgm:prSet/>
      <dgm:spPr/>
      <dgm:t>
        <a:bodyPr/>
        <a:lstStyle/>
        <a:p>
          <a:endParaRPr lang="en-IN"/>
        </a:p>
      </dgm:t>
    </dgm:pt>
    <dgm:pt modelId="{32418687-12C7-437E-9F8B-41047032A110}" type="sibTrans" cxnId="{4CCBDA05-88C0-4219-AFD2-327E2C9C39A7}">
      <dgm:prSet/>
      <dgm:spPr/>
      <dgm:t>
        <a:bodyPr/>
        <a:lstStyle/>
        <a:p>
          <a:endParaRPr lang="en-IN"/>
        </a:p>
      </dgm:t>
    </dgm:pt>
    <dgm:pt modelId="{27D1EE9C-280A-4D32-9155-21CF40776207}" type="pres">
      <dgm:prSet presAssocID="{A0FA2190-7976-4484-9B61-59CD02A047F7}" presName="linear" presStyleCnt="0">
        <dgm:presLayoutVars>
          <dgm:animLvl val="lvl"/>
          <dgm:resizeHandles val="exact"/>
        </dgm:presLayoutVars>
      </dgm:prSet>
      <dgm:spPr/>
    </dgm:pt>
    <dgm:pt modelId="{2C704B87-3BD5-4179-B44E-99D4ACEF2896}" type="pres">
      <dgm:prSet presAssocID="{A5D4425F-6494-477C-A1F7-F45DF69CA23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CCBDA05-88C0-4219-AFD2-327E2C9C39A7}" srcId="{A0FA2190-7976-4484-9B61-59CD02A047F7}" destId="{A5D4425F-6494-477C-A1F7-F45DF69CA23B}" srcOrd="0" destOrd="0" parTransId="{5612FC5C-687A-403B-9FD1-E3B365664542}" sibTransId="{32418687-12C7-437E-9F8B-41047032A110}"/>
    <dgm:cxn modelId="{6978CCC1-55C7-40D5-A93C-527CA3B1BFA8}" type="presOf" srcId="{A0FA2190-7976-4484-9B61-59CD02A047F7}" destId="{27D1EE9C-280A-4D32-9155-21CF40776207}" srcOrd="0" destOrd="0" presId="urn:microsoft.com/office/officeart/2005/8/layout/vList2"/>
    <dgm:cxn modelId="{1DED27DF-06E9-4A7B-8B5E-66BF12B4FF06}" type="presOf" srcId="{A5D4425F-6494-477C-A1F7-F45DF69CA23B}" destId="{2C704B87-3BD5-4179-B44E-99D4ACEF2896}" srcOrd="0" destOrd="0" presId="urn:microsoft.com/office/officeart/2005/8/layout/vList2"/>
    <dgm:cxn modelId="{440E3775-9216-4F40-BA34-A2851C66A65D}" type="presParOf" srcId="{27D1EE9C-280A-4D32-9155-21CF40776207}" destId="{2C704B87-3BD5-4179-B44E-99D4ACEF289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A3100DE-CC99-4F53-A62A-D8D6A17BE4C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1BAC5966-319E-45E6-ACB3-E5336D78778E}">
      <dgm:prSet/>
      <dgm:spPr/>
      <dgm:t>
        <a:bodyPr/>
        <a:lstStyle/>
        <a:p>
          <a:r>
            <a:rPr lang="en-US" b="0" i="0"/>
            <a:t>Select order id as id from customers ;</a:t>
          </a:r>
          <a:endParaRPr lang="en-IN"/>
        </a:p>
      </dgm:t>
    </dgm:pt>
    <dgm:pt modelId="{ABAFAE98-C24B-44D5-8B93-78CDC56BD406}" type="parTrans" cxnId="{CD907060-114D-48DE-AEFE-C55299725242}">
      <dgm:prSet/>
      <dgm:spPr/>
      <dgm:t>
        <a:bodyPr/>
        <a:lstStyle/>
        <a:p>
          <a:endParaRPr lang="en-IN"/>
        </a:p>
      </dgm:t>
    </dgm:pt>
    <dgm:pt modelId="{6DD47B26-A780-452A-B113-C5731151C0A3}" type="sibTrans" cxnId="{CD907060-114D-48DE-AEFE-C55299725242}">
      <dgm:prSet/>
      <dgm:spPr/>
      <dgm:t>
        <a:bodyPr/>
        <a:lstStyle/>
        <a:p>
          <a:endParaRPr lang="en-IN"/>
        </a:p>
      </dgm:t>
    </dgm:pt>
    <dgm:pt modelId="{9688D692-176A-4302-9651-AB1CF4D31EFF}" type="pres">
      <dgm:prSet presAssocID="{0A3100DE-CC99-4F53-A62A-D8D6A17BE4C6}" presName="linear" presStyleCnt="0">
        <dgm:presLayoutVars>
          <dgm:animLvl val="lvl"/>
          <dgm:resizeHandles val="exact"/>
        </dgm:presLayoutVars>
      </dgm:prSet>
      <dgm:spPr/>
    </dgm:pt>
    <dgm:pt modelId="{CE3BB69B-2596-4C0E-8317-E4DC9948B74B}" type="pres">
      <dgm:prSet presAssocID="{1BAC5966-319E-45E6-ACB3-E5336D78778E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D907060-114D-48DE-AEFE-C55299725242}" srcId="{0A3100DE-CC99-4F53-A62A-D8D6A17BE4C6}" destId="{1BAC5966-319E-45E6-ACB3-E5336D78778E}" srcOrd="0" destOrd="0" parTransId="{ABAFAE98-C24B-44D5-8B93-78CDC56BD406}" sibTransId="{6DD47B26-A780-452A-B113-C5731151C0A3}"/>
    <dgm:cxn modelId="{ACCADA4C-1780-473E-A48D-3EF6DBD10B36}" type="presOf" srcId="{0A3100DE-CC99-4F53-A62A-D8D6A17BE4C6}" destId="{9688D692-176A-4302-9651-AB1CF4D31EFF}" srcOrd="0" destOrd="0" presId="urn:microsoft.com/office/officeart/2005/8/layout/vList2"/>
    <dgm:cxn modelId="{752CCFC9-05A9-4F40-866E-5C46F2233E6A}" type="presOf" srcId="{1BAC5966-319E-45E6-ACB3-E5336D78778E}" destId="{CE3BB69B-2596-4C0E-8317-E4DC9948B74B}" srcOrd="0" destOrd="0" presId="urn:microsoft.com/office/officeart/2005/8/layout/vList2"/>
    <dgm:cxn modelId="{86FAEF32-17AD-4988-B8BA-976782B774A9}" type="presParOf" srcId="{9688D692-176A-4302-9651-AB1CF4D31EFF}" destId="{CE3BB69B-2596-4C0E-8317-E4DC9948B74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F76E385-741B-4348-B5C8-FEAB2B5D62A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FFB80FC-E45B-47B2-9133-5D2A7DEE9375}">
      <dgm:prSet/>
      <dgm:spPr/>
      <dgm:t>
        <a:bodyPr/>
        <a:lstStyle/>
        <a:p>
          <a:r>
            <a:rPr lang="en-US" b="0" i="0" dirty="0">
              <a:solidFill>
                <a:schemeClr val="bg1"/>
              </a:solidFill>
            </a:rPr>
            <a:t>Select * from customers where category = “technology”;</a:t>
          </a:r>
          <a:endParaRPr lang="en-IN" dirty="0">
            <a:solidFill>
              <a:schemeClr val="bg1"/>
            </a:solidFill>
          </a:endParaRPr>
        </a:p>
      </dgm:t>
    </dgm:pt>
    <dgm:pt modelId="{B5F3AEA4-EB0B-4695-AE13-30A736094E52}" type="parTrans" cxnId="{6C904D17-D5B5-4835-B271-FE4C0F652960}">
      <dgm:prSet/>
      <dgm:spPr/>
      <dgm:t>
        <a:bodyPr/>
        <a:lstStyle/>
        <a:p>
          <a:endParaRPr lang="en-IN"/>
        </a:p>
      </dgm:t>
    </dgm:pt>
    <dgm:pt modelId="{03451FC9-1368-49F4-84CB-F79C6D592DDC}" type="sibTrans" cxnId="{6C904D17-D5B5-4835-B271-FE4C0F652960}">
      <dgm:prSet/>
      <dgm:spPr/>
      <dgm:t>
        <a:bodyPr/>
        <a:lstStyle/>
        <a:p>
          <a:endParaRPr lang="en-IN"/>
        </a:p>
      </dgm:t>
    </dgm:pt>
    <dgm:pt modelId="{C4F5D088-26E9-41E1-B2D1-7A0175AA83CD}" type="pres">
      <dgm:prSet presAssocID="{AF76E385-741B-4348-B5C8-FEAB2B5D62A8}" presName="linear" presStyleCnt="0">
        <dgm:presLayoutVars>
          <dgm:animLvl val="lvl"/>
          <dgm:resizeHandles val="exact"/>
        </dgm:presLayoutVars>
      </dgm:prSet>
      <dgm:spPr/>
    </dgm:pt>
    <dgm:pt modelId="{9D20D164-C659-4A03-A529-BD141821B005}" type="pres">
      <dgm:prSet presAssocID="{5FFB80FC-E45B-47B2-9133-5D2A7DEE9375}" presName="parentText" presStyleLbl="node1" presStyleIdx="0" presStyleCnt="1" custScaleY="215057" custLinFactNeighborY="-41892">
        <dgm:presLayoutVars>
          <dgm:chMax val="0"/>
          <dgm:bulletEnabled val="1"/>
        </dgm:presLayoutVars>
      </dgm:prSet>
      <dgm:spPr/>
    </dgm:pt>
  </dgm:ptLst>
  <dgm:cxnLst>
    <dgm:cxn modelId="{6C904D17-D5B5-4835-B271-FE4C0F652960}" srcId="{AF76E385-741B-4348-B5C8-FEAB2B5D62A8}" destId="{5FFB80FC-E45B-47B2-9133-5D2A7DEE9375}" srcOrd="0" destOrd="0" parTransId="{B5F3AEA4-EB0B-4695-AE13-30A736094E52}" sibTransId="{03451FC9-1368-49F4-84CB-F79C6D592DDC}"/>
    <dgm:cxn modelId="{098D3AA3-371D-4740-89A2-B1B1280A6036}" type="presOf" srcId="{AF76E385-741B-4348-B5C8-FEAB2B5D62A8}" destId="{C4F5D088-26E9-41E1-B2D1-7A0175AA83CD}" srcOrd="0" destOrd="0" presId="urn:microsoft.com/office/officeart/2005/8/layout/vList2"/>
    <dgm:cxn modelId="{C9E50AE7-1690-4579-9589-1740FF5E8507}" type="presOf" srcId="{5FFB80FC-E45B-47B2-9133-5D2A7DEE9375}" destId="{9D20D164-C659-4A03-A529-BD141821B005}" srcOrd="0" destOrd="0" presId="urn:microsoft.com/office/officeart/2005/8/layout/vList2"/>
    <dgm:cxn modelId="{782E9C5D-6A16-4BF5-AFC4-83BDE373EC7B}" type="presParOf" srcId="{C4F5D088-26E9-41E1-B2D1-7A0175AA83CD}" destId="{9D20D164-C659-4A03-A529-BD141821B00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C816B64-6D8F-4EAF-8D82-0D86926495B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1C2E1CC-E779-4AA8-BE7E-08A54296DF90}">
      <dgm:prSet custT="1"/>
      <dgm:spPr/>
      <dgm:t>
        <a:bodyPr/>
        <a:lstStyle/>
        <a:p>
          <a:r>
            <a:rPr lang="en-US" sz="3000" b="0" i="0" dirty="0"/>
            <a:t>Select * from </a:t>
          </a:r>
          <a:r>
            <a:rPr lang="en-US" sz="2800" b="0" i="0" dirty="0"/>
            <a:t>customers</a:t>
          </a:r>
          <a:r>
            <a:rPr lang="en-US" sz="3000" b="0" i="0" dirty="0"/>
            <a:t> where quantity &gt; 10;</a:t>
          </a:r>
          <a:endParaRPr lang="en-IN" sz="3000" dirty="0"/>
        </a:p>
      </dgm:t>
    </dgm:pt>
    <dgm:pt modelId="{27A25332-05D8-44E1-882E-08D0A2150484}" type="parTrans" cxnId="{AAE95C06-6B0B-4EB8-B800-37EC6327DD35}">
      <dgm:prSet/>
      <dgm:spPr/>
      <dgm:t>
        <a:bodyPr/>
        <a:lstStyle/>
        <a:p>
          <a:endParaRPr lang="en-IN"/>
        </a:p>
      </dgm:t>
    </dgm:pt>
    <dgm:pt modelId="{D0B84223-EA8D-410F-BE02-6F54F24F316B}" type="sibTrans" cxnId="{AAE95C06-6B0B-4EB8-B800-37EC6327DD35}">
      <dgm:prSet/>
      <dgm:spPr/>
      <dgm:t>
        <a:bodyPr/>
        <a:lstStyle/>
        <a:p>
          <a:endParaRPr lang="en-IN"/>
        </a:p>
      </dgm:t>
    </dgm:pt>
    <dgm:pt modelId="{8088C43A-A976-4AB4-BD53-180EA330DB65}" type="pres">
      <dgm:prSet presAssocID="{BC816B64-6D8F-4EAF-8D82-0D86926495B7}" presName="linear" presStyleCnt="0">
        <dgm:presLayoutVars>
          <dgm:animLvl val="lvl"/>
          <dgm:resizeHandles val="exact"/>
        </dgm:presLayoutVars>
      </dgm:prSet>
      <dgm:spPr/>
    </dgm:pt>
    <dgm:pt modelId="{1C5838EA-0FFC-47A9-8FDC-B57BC671FA3B}" type="pres">
      <dgm:prSet presAssocID="{C1C2E1CC-E779-4AA8-BE7E-08A54296DF90}" presName="parentText" presStyleLbl="node1" presStyleIdx="0" presStyleCnt="1" custScaleX="98502" custScaleY="101713" custLinFactNeighborX="-956" custLinFactNeighborY="-23827">
        <dgm:presLayoutVars>
          <dgm:chMax val="0"/>
          <dgm:bulletEnabled val="1"/>
        </dgm:presLayoutVars>
      </dgm:prSet>
      <dgm:spPr/>
    </dgm:pt>
  </dgm:ptLst>
  <dgm:cxnLst>
    <dgm:cxn modelId="{AAE95C06-6B0B-4EB8-B800-37EC6327DD35}" srcId="{BC816B64-6D8F-4EAF-8D82-0D86926495B7}" destId="{C1C2E1CC-E779-4AA8-BE7E-08A54296DF90}" srcOrd="0" destOrd="0" parTransId="{27A25332-05D8-44E1-882E-08D0A2150484}" sibTransId="{D0B84223-EA8D-410F-BE02-6F54F24F316B}"/>
    <dgm:cxn modelId="{B9198DA5-2CE6-47E6-A608-9624E5588333}" type="presOf" srcId="{BC816B64-6D8F-4EAF-8D82-0D86926495B7}" destId="{8088C43A-A976-4AB4-BD53-180EA330DB65}" srcOrd="0" destOrd="0" presId="urn:microsoft.com/office/officeart/2005/8/layout/vList2"/>
    <dgm:cxn modelId="{512389BC-51DA-4BB5-A771-DDB1C0468583}" type="presOf" srcId="{C1C2E1CC-E779-4AA8-BE7E-08A54296DF90}" destId="{1C5838EA-0FFC-47A9-8FDC-B57BC671FA3B}" srcOrd="0" destOrd="0" presId="urn:microsoft.com/office/officeart/2005/8/layout/vList2"/>
    <dgm:cxn modelId="{831E76D8-6DBA-4FA4-BA3F-A274718F91AE}" type="presParOf" srcId="{8088C43A-A976-4AB4-BD53-180EA330DB65}" destId="{1C5838EA-0FFC-47A9-8FDC-B57BC671FA3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60E8A98-72ED-45BF-9164-78710E2A45D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30163F85-7B51-4A6B-8F71-C6246042F5D6}">
      <dgm:prSet/>
      <dgm:spPr/>
      <dgm:t>
        <a:bodyPr/>
        <a:lstStyle/>
        <a:p>
          <a:r>
            <a:rPr lang="en-US" b="0" i="0" dirty="0"/>
            <a:t>select * from customers where sales &lt; 5000;</a:t>
          </a:r>
          <a:endParaRPr lang="en-IN" dirty="0"/>
        </a:p>
      </dgm:t>
    </dgm:pt>
    <dgm:pt modelId="{5D0E81FE-2BA7-4B31-AA51-C1A6B5F4EFC6}" type="parTrans" cxnId="{E5222163-C029-48A2-8D58-CCC94053B14F}">
      <dgm:prSet/>
      <dgm:spPr/>
      <dgm:t>
        <a:bodyPr/>
        <a:lstStyle/>
        <a:p>
          <a:endParaRPr lang="en-IN"/>
        </a:p>
      </dgm:t>
    </dgm:pt>
    <dgm:pt modelId="{B727DF8B-39B3-4683-8B7D-358BF7902C90}" type="sibTrans" cxnId="{E5222163-C029-48A2-8D58-CCC94053B14F}">
      <dgm:prSet/>
      <dgm:spPr/>
      <dgm:t>
        <a:bodyPr/>
        <a:lstStyle/>
        <a:p>
          <a:endParaRPr lang="en-IN"/>
        </a:p>
      </dgm:t>
    </dgm:pt>
    <dgm:pt modelId="{726C1900-8A36-4CD0-818E-513E5436D897}" type="pres">
      <dgm:prSet presAssocID="{C60E8A98-72ED-45BF-9164-78710E2A45D7}" presName="linear" presStyleCnt="0">
        <dgm:presLayoutVars>
          <dgm:animLvl val="lvl"/>
          <dgm:resizeHandles val="exact"/>
        </dgm:presLayoutVars>
      </dgm:prSet>
      <dgm:spPr/>
    </dgm:pt>
    <dgm:pt modelId="{9802DA81-73E0-4A07-8967-E08CECFEE799}" type="pres">
      <dgm:prSet presAssocID="{30163F85-7B51-4A6B-8F71-C6246042F5D6}" presName="parentText" presStyleLbl="node1" presStyleIdx="0" presStyleCnt="1" custLinFactNeighborY="-40323">
        <dgm:presLayoutVars>
          <dgm:chMax val="0"/>
          <dgm:bulletEnabled val="1"/>
        </dgm:presLayoutVars>
      </dgm:prSet>
      <dgm:spPr/>
    </dgm:pt>
  </dgm:ptLst>
  <dgm:cxnLst>
    <dgm:cxn modelId="{FA6B7340-6AD2-4FEC-85FE-FE20FC9F41F8}" type="presOf" srcId="{30163F85-7B51-4A6B-8F71-C6246042F5D6}" destId="{9802DA81-73E0-4A07-8967-E08CECFEE799}" srcOrd="0" destOrd="0" presId="urn:microsoft.com/office/officeart/2005/8/layout/vList2"/>
    <dgm:cxn modelId="{E5222163-C029-48A2-8D58-CCC94053B14F}" srcId="{C60E8A98-72ED-45BF-9164-78710E2A45D7}" destId="{30163F85-7B51-4A6B-8F71-C6246042F5D6}" srcOrd="0" destOrd="0" parTransId="{5D0E81FE-2BA7-4B31-AA51-C1A6B5F4EFC6}" sibTransId="{B727DF8B-39B3-4683-8B7D-358BF7902C90}"/>
    <dgm:cxn modelId="{DBAD24BA-41A6-4135-AB05-4A77D04F49C7}" type="presOf" srcId="{C60E8A98-72ED-45BF-9164-78710E2A45D7}" destId="{726C1900-8A36-4CD0-818E-513E5436D897}" srcOrd="0" destOrd="0" presId="urn:microsoft.com/office/officeart/2005/8/layout/vList2"/>
    <dgm:cxn modelId="{565B5576-4A97-4BD4-B00D-9C4FE9152E46}" type="presParOf" srcId="{726C1900-8A36-4CD0-818E-513E5436D897}" destId="{9802DA81-73E0-4A07-8967-E08CECFEE79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1073221-B76C-49EC-A642-D09C2494ECD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3200F62-D04C-4074-AE9F-67C14F47C607}">
      <dgm:prSet custT="1"/>
      <dgm:spPr/>
      <dgm:t>
        <a:bodyPr/>
        <a:lstStyle/>
        <a:p>
          <a:r>
            <a:rPr lang="en-US" sz="2800" b="0" i="0" dirty="0"/>
            <a:t>select * from customers where state =” Texas” and category = ‘ Technology ‘ ;</a:t>
          </a:r>
          <a:endParaRPr lang="en-IN" sz="2800" dirty="0"/>
        </a:p>
      </dgm:t>
    </dgm:pt>
    <dgm:pt modelId="{E5C9090A-EC00-44FE-BC50-7DCB96D15109}" type="parTrans" cxnId="{8528FABF-BFAA-4CFA-81A1-1D591AE8ED63}">
      <dgm:prSet/>
      <dgm:spPr/>
      <dgm:t>
        <a:bodyPr/>
        <a:lstStyle/>
        <a:p>
          <a:endParaRPr lang="en-IN"/>
        </a:p>
      </dgm:t>
    </dgm:pt>
    <dgm:pt modelId="{3123D493-E982-4480-952F-F54C85A83CB8}" type="sibTrans" cxnId="{8528FABF-BFAA-4CFA-81A1-1D591AE8ED63}">
      <dgm:prSet/>
      <dgm:spPr/>
      <dgm:t>
        <a:bodyPr/>
        <a:lstStyle/>
        <a:p>
          <a:endParaRPr lang="en-IN"/>
        </a:p>
      </dgm:t>
    </dgm:pt>
    <dgm:pt modelId="{52821943-9809-46B5-9811-8A2FEF037A81}" type="pres">
      <dgm:prSet presAssocID="{91073221-B76C-49EC-A642-D09C2494ECDA}" presName="linear" presStyleCnt="0">
        <dgm:presLayoutVars>
          <dgm:animLvl val="lvl"/>
          <dgm:resizeHandles val="exact"/>
        </dgm:presLayoutVars>
      </dgm:prSet>
      <dgm:spPr/>
    </dgm:pt>
    <dgm:pt modelId="{5763006B-E160-49D6-A98B-C0F7A6988D51}" type="pres">
      <dgm:prSet presAssocID="{43200F62-D04C-4074-AE9F-67C14F47C607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BC3595D-E307-424B-B34C-B35F59B8E75B}" type="presOf" srcId="{43200F62-D04C-4074-AE9F-67C14F47C607}" destId="{5763006B-E160-49D6-A98B-C0F7A6988D51}" srcOrd="0" destOrd="0" presId="urn:microsoft.com/office/officeart/2005/8/layout/vList2"/>
    <dgm:cxn modelId="{43A73BAD-207D-4612-813B-EBEF34A218EE}" type="presOf" srcId="{91073221-B76C-49EC-A642-D09C2494ECDA}" destId="{52821943-9809-46B5-9811-8A2FEF037A81}" srcOrd="0" destOrd="0" presId="urn:microsoft.com/office/officeart/2005/8/layout/vList2"/>
    <dgm:cxn modelId="{8528FABF-BFAA-4CFA-81A1-1D591AE8ED63}" srcId="{91073221-B76C-49EC-A642-D09C2494ECDA}" destId="{43200F62-D04C-4074-AE9F-67C14F47C607}" srcOrd="0" destOrd="0" parTransId="{E5C9090A-EC00-44FE-BC50-7DCB96D15109}" sibTransId="{3123D493-E982-4480-952F-F54C85A83CB8}"/>
    <dgm:cxn modelId="{766885D5-8AC5-4239-B7EC-1A5F74097054}" type="presParOf" srcId="{52821943-9809-46B5-9811-8A2FEF037A81}" destId="{5763006B-E160-49D6-A98B-C0F7A6988D5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FCE5CD01-F8A5-4E65-88EE-D1C85A4BD15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2E57BD0-B5A0-40EA-92BA-9EF6B8142F56}">
      <dgm:prSet/>
      <dgm:spPr/>
      <dgm:t>
        <a:bodyPr/>
        <a:lstStyle/>
        <a:p>
          <a:r>
            <a:rPr lang="en-US" b="0" i="0" dirty="0"/>
            <a:t>select * from customers </a:t>
          </a:r>
        </a:p>
        <a:p>
          <a:r>
            <a:rPr lang="en-US" b="0" i="0" dirty="0"/>
            <a:t>where quantity &gt; 5 and region =”east” and subcategory = “phones”;</a:t>
          </a:r>
          <a:endParaRPr lang="en-IN" dirty="0"/>
        </a:p>
      </dgm:t>
    </dgm:pt>
    <dgm:pt modelId="{09DA22D9-87BE-4373-8068-BBF65D832167}" type="parTrans" cxnId="{6326EBA8-9AB2-4657-A1D7-657555E1D174}">
      <dgm:prSet/>
      <dgm:spPr/>
      <dgm:t>
        <a:bodyPr/>
        <a:lstStyle/>
        <a:p>
          <a:endParaRPr lang="en-IN"/>
        </a:p>
      </dgm:t>
    </dgm:pt>
    <dgm:pt modelId="{5DD55372-1214-42B3-8714-93AA73C0EED6}" type="sibTrans" cxnId="{6326EBA8-9AB2-4657-A1D7-657555E1D174}">
      <dgm:prSet/>
      <dgm:spPr/>
      <dgm:t>
        <a:bodyPr/>
        <a:lstStyle/>
        <a:p>
          <a:endParaRPr lang="en-IN"/>
        </a:p>
      </dgm:t>
    </dgm:pt>
    <dgm:pt modelId="{F2869062-0B41-49B3-8F31-CFB7A30CD5E8}" type="pres">
      <dgm:prSet presAssocID="{FCE5CD01-F8A5-4E65-88EE-D1C85A4BD15A}" presName="linear" presStyleCnt="0">
        <dgm:presLayoutVars>
          <dgm:animLvl val="lvl"/>
          <dgm:resizeHandles val="exact"/>
        </dgm:presLayoutVars>
      </dgm:prSet>
      <dgm:spPr/>
    </dgm:pt>
    <dgm:pt modelId="{6059A135-2406-45CC-9E66-78C675D49B9D}" type="pres">
      <dgm:prSet presAssocID="{62E57BD0-B5A0-40EA-92BA-9EF6B8142F56}" presName="parentText" presStyleLbl="node1" presStyleIdx="0" presStyleCnt="1" custLinFactNeighborX="159" custLinFactNeighborY="-50000">
        <dgm:presLayoutVars>
          <dgm:chMax val="0"/>
          <dgm:bulletEnabled val="1"/>
        </dgm:presLayoutVars>
      </dgm:prSet>
      <dgm:spPr/>
    </dgm:pt>
  </dgm:ptLst>
  <dgm:cxnLst>
    <dgm:cxn modelId="{2183BF7A-7834-4A97-8C9F-81CA6F2860EE}" type="presOf" srcId="{62E57BD0-B5A0-40EA-92BA-9EF6B8142F56}" destId="{6059A135-2406-45CC-9E66-78C675D49B9D}" srcOrd="0" destOrd="0" presId="urn:microsoft.com/office/officeart/2005/8/layout/vList2"/>
    <dgm:cxn modelId="{6326EBA8-9AB2-4657-A1D7-657555E1D174}" srcId="{FCE5CD01-F8A5-4E65-88EE-D1C85A4BD15A}" destId="{62E57BD0-B5A0-40EA-92BA-9EF6B8142F56}" srcOrd="0" destOrd="0" parTransId="{09DA22D9-87BE-4373-8068-BBF65D832167}" sibTransId="{5DD55372-1214-42B3-8714-93AA73C0EED6}"/>
    <dgm:cxn modelId="{09604EC8-CD70-4689-939F-BA0C5179733A}" type="presOf" srcId="{FCE5CD01-F8A5-4E65-88EE-D1C85A4BD15A}" destId="{F2869062-0B41-49B3-8F31-CFB7A30CD5E8}" srcOrd="0" destOrd="0" presId="urn:microsoft.com/office/officeart/2005/8/layout/vList2"/>
    <dgm:cxn modelId="{25C2940C-F12E-4602-A0E0-1B0A4FE3523A}" type="presParOf" srcId="{F2869062-0B41-49B3-8F31-CFB7A30CD5E8}" destId="{6059A135-2406-45CC-9E66-78C675D49B9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35B9D27-06A4-4E29-B4EB-E06BBA9D9DB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E607641-6E36-4935-ADA9-1D162A53E65E}">
      <dgm:prSet/>
      <dgm:spPr/>
      <dgm:t>
        <a:bodyPr/>
        <a:lstStyle/>
        <a:p>
          <a:r>
            <a:rPr lang="en-US" b="0" i="0" dirty="0">
              <a:solidFill>
                <a:schemeClr val="bg1"/>
              </a:solidFill>
            </a:rPr>
            <a:t>select * from customers </a:t>
          </a:r>
        </a:p>
        <a:p>
          <a:r>
            <a:rPr lang="en-US" b="0" i="0" dirty="0">
              <a:solidFill>
                <a:schemeClr val="bg1"/>
              </a:solidFill>
            </a:rPr>
            <a:t>where category = ‘Technology’ or category = ‘Office Supplies’ ;</a:t>
          </a:r>
          <a:endParaRPr lang="en-IN" dirty="0">
            <a:solidFill>
              <a:schemeClr val="bg1"/>
            </a:solidFill>
          </a:endParaRPr>
        </a:p>
      </dgm:t>
    </dgm:pt>
    <dgm:pt modelId="{F271808A-E2CD-41AB-9888-7D78479E84A7}" type="parTrans" cxnId="{345F0513-1456-48E6-A7C2-4F9F49C92222}">
      <dgm:prSet/>
      <dgm:spPr/>
      <dgm:t>
        <a:bodyPr/>
        <a:lstStyle/>
        <a:p>
          <a:endParaRPr lang="en-IN"/>
        </a:p>
      </dgm:t>
    </dgm:pt>
    <dgm:pt modelId="{B0BB2048-E7DB-494A-9F5B-7B44C981B84F}" type="sibTrans" cxnId="{345F0513-1456-48E6-A7C2-4F9F49C92222}">
      <dgm:prSet/>
      <dgm:spPr/>
      <dgm:t>
        <a:bodyPr/>
        <a:lstStyle/>
        <a:p>
          <a:endParaRPr lang="en-IN"/>
        </a:p>
      </dgm:t>
    </dgm:pt>
    <dgm:pt modelId="{EF28ED74-E32C-4A92-9807-8BFB592F7FCE}" type="pres">
      <dgm:prSet presAssocID="{F35B9D27-06A4-4E29-B4EB-E06BBA9D9DB9}" presName="linear" presStyleCnt="0">
        <dgm:presLayoutVars>
          <dgm:animLvl val="lvl"/>
          <dgm:resizeHandles val="exact"/>
        </dgm:presLayoutVars>
      </dgm:prSet>
      <dgm:spPr/>
    </dgm:pt>
    <dgm:pt modelId="{E7F9AFCE-739A-4770-B3DF-15750374B291}" type="pres">
      <dgm:prSet presAssocID="{4E607641-6E36-4935-ADA9-1D162A53E65E}" presName="parentText" presStyleLbl="node1" presStyleIdx="0" presStyleCnt="1" custLinFactNeighborX="-1483" custLinFactNeighborY="-6611">
        <dgm:presLayoutVars>
          <dgm:chMax val="0"/>
          <dgm:bulletEnabled val="1"/>
        </dgm:presLayoutVars>
      </dgm:prSet>
      <dgm:spPr/>
    </dgm:pt>
  </dgm:ptLst>
  <dgm:cxnLst>
    <dgm:cxn modelId="{345F0513-1456-48E6-A7C2-4F9F49C92222}" srcId="{F35B9D27-06A4-4E29-B4EB-E06BBA9D9DB9}" destId="{4E607641-6E36-4935-ADA9-1D162A53E65E}" srcOrd="0" destOrd="0" parTransId="{F271808A-E2CD-41AB-9888-7D78479E84A7}" sibTransId="{B0BB2048-E7DB-494A-9F5B-7B44C981B84F}"/>
    <dgm:cxn modelId="{4A3A537F-10E5-4F09-BA44-9E41DE8EA415}" type="presOf" srcId="{F35B9D27-06A4-4E29-B4EB-E06BBA9D9DB9}" destId="{EF28ED74-E32C-4A92-9807-8BFB592F7FCE}" srcOrd="0" destOrd="0" presId="urn:microsoft.com/office/officeart/2005/8/layout/vList2"/>
    <dgm:cxn modelId="{E8A9FEB7-BA21-4B02-8727-DD968F5A3762}" type="presOf" srcId="{4E607641-6E36-4935-ADA9-1D162A53E65E}" destId="{E7F9AFCE-739A-4770-B3DF-15750374B291}" srcOrd="0" destOrd="0" presId="urn:microsoft.com/office/officeart/2005/8/layout/vList2"/>
    <dgm:cxn modelId="{840DB4DB-5DC4-458A-A61D-BFA9C3A1C882}" type="presParOf" srcId="{EF28ED74-E32C-4A92-9807-8BFB592F7FCE}" destId="{E7F9AFCE-739A-4770-B3DF-15750374B29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9F336D6-532C-4650-9260-020F5D7EB0D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28232F0-3C33-406C-8756-65F61C9C6A67}">
      <dgm:prSet/>
      <dgm:spPr/>
      <dgm:t>
        <a:bodyPr/>
        <a:lstStyle/>
        <a:p>
          <a:r>
            <a:rPr lang="en-US" b="0" i="0" dirty="0"/>
            <a:t>select * from customers </a:t>
          </a:r>
        </a:p>
        <a:p>
          <a:r>
            <a:rPr lang="en-US" b="0" i="0" dirty="0"/>
            <a:t>where subcategory in (‘phones’,’paper’,’art’) ;</a:t>
          </a:r>
          <a:endParaRPr lang="en-IN" dirty="0"/>
        </a:p>
      </dgm:t>
    </dgm:pt>
    <dgm:pt modelId="{80993DE4-04E0-46E0-9056-C2C924725ED2}" type="parTrans" cxnId="{7356E7AD-A5BF-4A68-AB7D-537259E08A79}">
      <dgm:prSet/>
      <dgm:spPr/>
      <dgm:t>
        <a:bodyPr/>
        <a:lstStyle/>
        <a:p>
          <a:endParaRPr lang="en-IN"/>
        </a:p>
      </dgm:t>
    </dgm:pt>
    <dgm:pt modelId="{9ECBD2B8-E2CF-4EA5-8682-6F4DE4B88F3C}" type="sibTrans" cxnId="{7356E7AD-A5BF-4A68-AB7D-537259E08A79}">
      <dgm:prSet/>
      <dgm:spPr/>
      <dgm:t>
        <a:bodyPr/>
        <a:lstStyle/>
        <a:p>
          <a:endParaRPr lang="en-IN"/>
        </a:p>
      </dgm:t>
    </dgm:pt>
    <dgm:pt modelId="{BE286DC2-EB6C-4725-8BEE-577D0220D491}" type="pres">
      <dgm:prSet presAssocID="{99F336D6-532C-4650-9260-020F5D7EB0D9}" presName="linear" presStyleCnt="0">
        <dgm:presLayoutVars>
          <dgm:animLvl val="lvl"/>
          <dgm:resizeHandles val="exact"/>
        </dgm:presLayoutVars>
      </dgm:prSet>
      <dgm:spPr/>
    </dgm:pt>
    <dgm:pt modelId="{DE0560F4-888E-44A7-BD43-24D41AD66725}" type="pres">
      <dgm:prSet presAssocID="{C28232F0-3C33-406C-8756-65F61C9C6A67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B53C85E-E2BA-4EA1-8018-CB4C79FCB711}" type="presOf" srcId="{99F336D6-532C-4650-9260-020F5D7EB0D9}" destId="{BE286DC2-EB6C-4725-8BEE-577D0220D491}" srcOrd="0" destOrd="0" presId="urn:microsoft.com/office/officeart/2005/8/layout/vList2"/>
    <dgm:cxn modelId="{E10D39A4-FD45-45CE-8922-0C0250359D52}" type="presOf" srcId="{C28232F0-3C33-406C-8756-65F61C9C6A67}" destId="{DE0560F4-888E-44A7-BD43-24D41AD66725}" srcOrd="0" destOrd="0" presId="urn:microsoft.com/office/officeart/2005/8/layout/vList2"/>
    <dgm:cxn modelId="{7356E7AD-A5BF-4A68-AB7D-537259E08A79}" srcId="{99F336D6-532C-4650-9260-020F5D7EB0D9}" destId="{C28232F0-3C33-406C-8756-65F61C9C6A67}" srcOrd="0" destOrd="0" parTransId="{80993DE4-04E0-46E0-9056-C2C924725ED2}" sibTransId="{9ECBD2B8-E2CF-4EA5-8682-6F4DE4B88F3C}"/>
    <dgm:cxn modelId="{E18510BB-DCBC-4476-871B-EE5719971C7B}" type="presParOf" srcId="{BE286DC2-EB6C-4725-8BEE-577D0220D491}" destId="{DE0560F4-888E-44A7-BD43-24D41AD6672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A52D32BC-7ADE-4D05-A2D5-EE4439E20C8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CE0624E-130E-4727-AF0B-292E9717CEDD}">
      <dgm:prSet/>
      <dgm:spPr/>
      <dgm:t>
        <a:bodyPr/>
        <a:lstStyle/>
        <a:p>
          <a:r>
            <a:rPr lang="en-US" b="0" i="0" dirty="0">
              <a:solidFill>
                <a:schemeClr val="bg1"/>
              </a:solidFill>
            </a:rPr>
            <a:t>Select  *  from customers </a:t>
          </a:r>
        </a:p>
        <a:p>
          <a:r>
            <a:rPr lang="en-US" b="0" i="0" dirty="0">
              <a:solidFill>
                <a:schemeClr val="bg1"/>
              </a:solidFill>
            </a:rPr>
            <a:t>where not region = ‘Central’ ;</a:t>
          </a:r>
          <a:endParaRPr lang="en-IN" dirty="0">
            <a:solidFill>
              <a:schemeClr val="bg1"/>
            </a:solidFill>
          </a:endParaRPr>
        </a:p>
      </dgm:t>
    </dgm:pt>
    <dgm:pt modelId="{67BB99D9-265A-4934-A5D0-4E516059E019}" type="parTrans" cxnId="{2E8E8A0D-3CDA-45F0-98EF-815B01987B3D}">
      <dgm:prSet/>
      <dgm:spPr/>
      <dgm:t>
        <a:bodyPr/>
        <a:lstStyle/>
        <a:p>
          <a:endParaRPr lang="en-IN"/>
        </a:p>
      </dgm:t>
    </dgm:pt>
    <dgm:pt modelId="{75230DFC-D104-4B68-8BF2-8DE0E8ADC1ED}" type="sibTrans" cxnId="{2E8E8A0D-3CDA-45F0-98EF-815B01987B3D}">
      <dgm:prSet/>
      <dgm:spPr/>
      <dgm:t>
        <a:bodyPr/>
        <a:lstStyle/>
        <a:p>
          <a:endParaRPr lang="en-IN"/>
        </a:p>
      </dgm:t>
    </dgm:pt>
    <dgm:pt modelId="{CFF6E06D-C878-4CCB-A582-9CFAC0F8D2E2}" type="pres">
      <dgm:prSet presAssocID="{A52D32BC-7ADE-4D05-A2D5-EE4439E20C80}" presName="linear" presStyleCnt="0">
        <dgm:presLayoutVars>
          <dgm:animLvl val="lvl"/>
          <dgm:resizeHandles val="exact"/>
        </dgm:presLayoutVars>
      </dgm:prSet>
      <dgm:spPr/>
    </dgm:pt>
    <dgm:pt modelId="{3DA242B5-E3B8-43D3-B2A9-7923BEDFCEF7}" type="pres">
      <dgm:prSet presAssocID="{BCE0624E-130E-4727-AF0B-292E9717CEDD}" presName="parentText" presStyleLbl="node1" presStyleIdx="0" presStyleCnt="1" custScaleX="99216" custLinFactNeighborX="-30" custLinFactNeighborY="-70681">
        <dgm:presLayoutVars>
          <dgm:chMax val="0"/>
          <dgm:bulletEnabled val="1"/>
        </dgm:presLayoutVars>
      </dgm:prSet>
      <dgm:spPr/>
    </dgm:pt>
  </dgm:ptLst>
  <dgm:cxnLst>
    <dgm:cxn modelId="{2E8E8A0D-3CDA-45F0-98EF-815B01987B3D}" srcId="{A52D32BC-7ADE-4D05-A2D5-EE4439E20C80}" destId="{BCE0624E-130E-4727-AF0B-292E9717CEDD}" srcOrd="0" destOrd="0" parTransId="{67BB99D9-265A-4934-A5D0-4E516059E019}" sibTransId="{75230DFC-D104-4B68-8BF2-8DE0E8ADC1ED}"/>
    <dgm:cxn modelId="{27F1173D-62EF-444B-AD26-E17F4E1A443B}" type="presOf" srcId="{A52D32BC-7ADE-4D05-A2D5-EE4439E20C80}" destId="{CFF6E06D-C878-4CCB-A582-9CFAC0F8D2E2}" srcOrd="0" destOrd="0" presId="urn:microsoft.com/office/officeart/2005/8/layout/vList2"/>
    <dgm:cxn modelId="{F6E92E95-93B2-4D3D-8555-86D29C1448A6}" type="presOf" srcId="{BCE0624E-130E-4727-AF0B-292E9717CEDD}" destId="{3DA242B5-E3B8-43D3-B2A9-7923BEDFCEF7}" srcOrd="0" destOrd="0" presId="urn:microsoft.com/office/officeart/2005/8/layout/vList2"/>
    <dgm:cxn modelId="{27AAD399-4EE4-4D4B-BC04-4D333F16C4B3}" type="presParOf" srcId="{CFF6E06D-C878-4CCB-A582-9CFAC0F8D2E2}" destId="{3DA242B5-E3B8-43D3-B2A9-7923BEDFCEF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6C0A228-E6B7-47F6-8B06-CB4E00618C1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636B0395-3AB0-464B-97C8-7B37298F7F2A}">
      <dgm:prSet/>
      <dgm:spPr/>
      <dgm:t>
        <a:bodyPr/>
        <a:lstStyle/>
        <a:p>
          <a:r>
            <a:rPr lang="en-US" b="0" i="0" dirty="0"/>
            <a:t>select * from customers where category = ’Technology’</a:t>
          </a:r>
        </a:p>
        <a:p>
          <a:r>
            <a:rPr lang="en-US" b="0" i="0" dirty="0"/>
            <a:t>order by order date asc ;</a:t>
          </a:r>
          <a:endParaRPr lang="en-IN" dirty="0"/>
        </a:p>
      </dgm:t>
    </dgm:pt>
    <dgm:pt modelId="{9299AE20-6384-447E-AA56-C457AD677C0E}" type="parTrans" cxnId="{D03E8FAB-898A-42D3-A85D-C8D25B54D3EA}">
      <dgm:prSet/>
      <dgm:spPr/>
      <dgm:t>
        <a:bodyPr/>
        <a:lstStyle/>
        <a:p>
          <a:endParaRPr lang="en-IN"/>
        </a:p>
      </dgm:t>
    </dgm:pt>
    <dgm:pt modelId="{7FA75690-564C-4008-B7D4-05C14F236710}" type="sibTrans" cxnId="{D03E8FAB-898A-42D3-A85D-C8D25B54D3EA}">
      <dgm:prSet/>
      <dgm:spPr/>
      <dgm:t>
        <a:bodyPr/>
        <a:lstStyle/>
        <a:p>
          <a:endParaRPr lang="en-IN"/>
        </a:p>
      </dgm:t>
    </dgm:pt>
    <dgm:pt modelId="{D4AE5D3D-589E-4E3D-A1E4-371D64868FD2}" type="pres">
      <dgm:prSet presAssocID="{56C0A228-E6B7-47F6-8B06-CB4E00618C16}" presName="linear" presStyleCnt="0">
        <dgm:presLayoutVars>
          <dgm:animLvl val="lvl"/>
          <dgm:resizeHandles val="exact"/>
        </dgm:presLayoutVars>
      </dgm:prSet>
      <dgm:spPr/>
    </dgm:pt>
    <dgm:pt modelId="{216E04F8-DFB5-42B2-946C-F933F0669841}" type="pres">
      <dgm:prSet presAssocID="{636B0395-3AB0-464B-97C8-7B37298F7F2A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785F864-C52A-4C96-9E38-E1C969D5FCA3}" type="presOf" srcId="{56C0A228-E6B7-47F6-8B06-CB4E00618C16}" destId="{D4AE5D3D-589E-4E3D-A1E4-371D64868FD2}" srcOrd="0" destOrd="0" presId="urn:microsoft.com/office/officeart/2005/8/layout/vList2"/>
    <dgm:cxn modelId="{AA0DB852-B1AC-43E4-9AF4-383479C4944A}" type="presOf" srcId="{636B0395-3AB0-464B-97C8-7B37298F7F2A}" destId="{216E04F8-DFB5-42B2-946C-F933F0669841}" srcOrd="0" destOrd="0" presId="urn:microsoft.com/office/officeart/2005/8/layout/vList2"/>
    <dgm:cxn modelId="{D03E8FAB-898A-42D3-A85D-C8D25B54D3EA}" srcId="{56C0A228-E6B7-47F6-8B06-CB4E00618C16}" destId="{636B0395-3AB0-464B-97C8-7B37298F7F2A}" srcOrd="0" destOrd="0" parTransId="{9299AE20-6384-447E-AA56-C457AD677C0E}" sibTransId="{7FA75690-564C-4008-B7D4-05C14F236710}"/>
    <dgm:cxn modelId="{A2925F44-992F-460E-B9D9-3FB5919B2022}" type="presParOf" srcId="{D4AE5D3D-589E-4E3D-A1E4-371D64868FD2}" destId="{216E04F8-DFB5-42B2-946C-F933F066984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659C0326-372F-4281-8D67-690171D2B6E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915D300A-F5FE-43E0-BA65-C2BC9B2A6D1D}">
      <dgm:prSet/>
      <dgm:spPr/>
      <dgm:t>
        <a:bodyPr/>
        <a:lstStyle/>
        <a:p>
          <a:r>
            <a:rPr lang="en-US" b="0" i="0" dirty="0"/>
            <a:t>select * from customers where state = ’Texas’ </a:t>
          </a:r>
        </a:p>
        <a:p>
          <a:r>
            <a:rPr lang="en-US" b="0" i="0" dirty="0"/>
            <a:t>order by order date desc;</a:t>
          </a:r>
          <a:endParaRPr lang="en-IN" dirty="0"/>
        </a:p>
      </dgm:t>
    </dgm:pt>
    <dgm:pt modelId="{8B721DE1-3D4F-46E1-A1B0-6E550AD94B5B}" type="parTrans" cxnId="{B44FBB65-FB7F-44B0-9040-DABCC313B2E6}">
      <dgm:prSet/>
      <dgm:spPr/>
      <dgm:t>
        <a:bodyPr/>
        <a:lstStyle/>
        <a:p>
          <a:endParaRPr lang="en-IN"/>
        </a:p>
      </dgm:t>
    </dgm:pt>
    <dgm:pt modelId="{15E37AEE-7FB7-4C49-BA6A-03FD58C59F35}" type="sibTrans" cxnId="{B44FBB65-FB7F-44B0-9040-DABCC313B2E6}">
      <dgm:prSet/>
      <dgm:spPr/>
      <dgm:t>
        <a:bodyPr/>
        <a:lstStyle/>
        <a:p>
          <a:endParaRPr lang="en-IN"/>
        </a:p>
      </dgm:t>
    </dgm:pt>
    <dgm:pt modelId="{58143B06-1C75-4226-A3DD-1F07643A4401}" type="pres">
      <dgm:prSet presAssocID="{659C0326-372F-4281-8D67-690171D2B6E0}" presName="linear" presStyleCnt="0">
        <dgm:presLayoutVars>
          <dgm:animLvl val="lvl"/>
          <dgm:resizeHandles val="exact"/>
        </dgm:presLayoutVars>
      </dgm:prSet>
      <dgm:spPr/>
    </dgm:pt>
    <dgm:pt modelId="{A8CBAD48-F408-466A-883F-380C6E4E45BD}" type="pres">
      <dgm:prSet presAssocID="{915D300A-F5FE-43E0-BA65-C2BC9B2A6D1D}" presName="parentText" presStyleLbl="node1" presStyleIdx="0" presStyleCnt="1" custLinFactNeighborX="-6582" custLinFactNeighborY="-6491">
        <dgm:presLayoutVars>
          <dgm:chMax val="0"/>
          <dgm:bulletEnabled val="1"/>
        </dgm:presLayoutVars>
      </dgm:prSet>
      <dgm:spPr/>
    </dgm:pt>
  </dgm:ptLst>
  <dgm:cxnLst>
    <dgm:cxn modelId="{B44FBB65-FB7F-44B0-9040-DABCC313B2E6}" srcId="{659C0326-372F-4281-8D67-690171D2B6E0}" destId="{915D300A-F5FE-43E0-BA65-C2BC9B2A6D1D}" srcOrd="0" destOrd="0" parTransId="{8B721DE1-3D4F-46E1-A1B0-6E550AD94B5B}" sibTransId="{15E37AEE-7FB7-4C49-BA6A-03FD58C59F35}"/>
    <dgm:cxn modelId="{18E3FE4E-93AF-4D09-BC51-83BE5C2B1DB9}" type="presOf" srcId="{659C0326-372F-4281-8D67-690171D2B6E0}" destId="{58143B06-1C75-4226-A3DD-1F07643A4401}" srcOrd="0" destOrd="0" presId="urn:microsoft.com/office/officeart/2005/8/layout/vList2"/>
    <dgm:cxn modelId="{8AE86FA2-DEC2-421F-89C6-A1FE702E08E8}" type="presOf" srcId="{915D300A-F5FE-43E0-BA65-C2BC9B2A6D1D}" destId="{A8CBAD48-F408-466A-883F-380C6E4E45BD}" srcOrd="0" destOrd="0" presId="urn:microsoft.com/office/officeart/2005/8/layout/vList2"/>
    <dgm:cxn modelId="{5CF9DA4F-6A2C-4278-96E2-6F4CB2CD957F}" type="presParOf" srcId="{58143B06-1C75-4226-A3DD-1F07643A4401}" destId="{A8CBAD48-F408-466A-883F-380C6E4E45B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8903EA2C-5D5D-4649-AE33-C62D2433568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49EF5C1-CC6F-4761-9028-6160F11C5F6A}">
      <dgm:prSet/>
      <dgm:spPr/>
      <dgm:t>
        <a:bodyPr/>
        <a:lstStyle/>
        <a:p>
          <a:r>
            <a:rPr lang="en-US" b="0" i="0" dirty="0">
              <a:solidFill>
                <a:schemeClr val="bg1"/>
              </a:solidFill>
            </a:rPr>
            <a:t>select  *  from customers </a:t>
          </a:r>
        </a:p>
        <a:p>
          <a:r>
            <a:rPr lang="en-US" b="0" i="0" dirty="0">
              <a:solidFill>
                <a:schemeClr val="bg1"/>
              </a:solidFill>
            </a:rPr>
            <a:t>where category is null ;</a:t>
          </a:r>
          <a:endParaRPr lang="en-IN" dirty="0">
            <a:solidFill>
              <a:schemeClr val="bg1"/>
            </a:solidFill>
          </a:endParaRPr>
        </a:p>
      </dgm:t>
    </dgm:pt>
    <dgm:pt modelId="{0C78C0FF-153D-40BE-8207-2A8D97FC1F7F}" type="parTrans" cxnId="{023BC79B-FB48-4BCD-BE9D-40B6C5A6D274}">
      <dgm:prSet/>
      <dgm:spPr/>
      <dgm:t>
        <a:bodyPr/>
        <a:lstStyle/>
        <a:p>
          <a:endParaRPr lang="en-IN"/>
        </a:p>
      </dgm:t>
    </dgm:pt>
    <dgm:pt modelId="{EDB4B372-1297-4786-82D0-ECE3E5F7C320}" type="sibTrans" cxnId="{023BC79B-FB48-4BCD-BE9D-40B6C5A6D274}">
      <dgm:prSet/>
      <dgm:spPr/>
      <dgm:t>
        <a:bodyPr/>
        <a:lstStyle/>
        <a:p>
          <a:endParaRPr lang="en-IN"/>
        </a:p>
      </dgm:t>
    </dgm:pt>
    <dgm:pt modelId="{DD8127E9-6029-41D6-910A-14DCADF7D24F}" type="pres">
      <dgm:prSet presAssocID="{8903EA2C-5D5D-4649-AE33-C62D2433568D}" presName="linear" presStyleCnt="0">
        <dgm:presLayoutVars>
          <dgm:animLvl val="lvl"/>
          <dgm:resizeHandles val="exact"/>
        </dgm:presLayoutVars>
      </dgm:prSet>
      <dgm:spPr/>
    </dgm:pt>
    <dgm:pt modelId="{3355E596-2551-47D2-85B4-4CC53F5D0CB4}" type="pres">
      <dgm:prSet presAssocID="{749EF5C1-CC6F-4761-9028-6160F11C5F6A}" presName="parentText" presStyleLbl="node1" presStyleIdx="0" presStyleCnt="1" custScaleX="99776" custLinFactNeighborX="-538" custLinFactNeighborY="13142">
        <dgm:presLayoutVars>
          <dgm:chMax val="0"/>
          <dgm:bulletEnabled val="1"/>
        </dgm:presLayoutVars>
      </dgm:prSet>
      <dgm:spPr/>
    </dgm:pt>
  </dgm:ptLst>
  <dgm:cxnLst>
    <dgm:cxn modelId="{877DFC19-B07D-4F04-A9FE-57AB07D0F806}" type="presOf" srcId="{8903EA2C-5D5D-4649-AE33-C62D2433568D}" destId="{DD8127E9-6029-41D6-910A-14DCADF7D24F}" srcOrd="0" destOrd="0" presId="urn:microsoft.com/office/officeart/2005/8/layout/vList2"/>
    <dgm:cxn modelId="{023BC79B-FB48-4BCD-BE9D-40B6C5A6D274}" srcId="{8903EA2C-5D5D-4649-AE33-C62D2433568D}" destId="{749EF5C1-CC6F-4761-9028-6160F11C5F6A}" srcOrd="0" destOrd="0" parTransId="{0C78C0FF-153D-40BE-8207-2A8D97FC1F7F}" sibTransId="{EDB4B372-1297-4786-82D0-ECE3E5F7C320}"/>
    <dgm:cxn modelId="{F24051FD-FF90-4023-B324-7E77FB797BF5}" type="presOf" srcId="{749EF5C1-CC6F-4761-9028-6160F11C5F6A}" destId="{3355E596-2551-47D2-85B4-4CC53F5D0CB4}" srcOrd="0" destOrd="0" presId="urn:microsoft.com/office/officeart/2005/8/layout/vList2"/>
    <dgm:cxn modelId="{7A7210D8-FDBF-4B0B-8AD8-AC513A79F89F}" type="presParOf" srcId="{DD8127E9-6029-41D6-910A-14DCADF7D24F}" destId="{3355E596-2551-47D2-85B4-4CC53F5D0CB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05991B21-858C-454C-B47C-D2B59D3FDDC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28123CE-52D1-4487-863B-9AE3E90D0AF0}">
      <dgm:prSet custT="1"/>
      <dgm:spPr/>
      <dgm:t>
        <a:bodyPr/>
        <a:lstStyle/>
        <a:p>
          <a:r>
            <a:rPr lang="en-US" sz="2000" b="0" i="0" dirty="0"/>
            <a:t>select  *  from customers </a:t>
          </a:r>
        </a:p>
        <a:p>
          <a:r>
            <a:rPr lang="en-US" sz="2000" b="0" i="0" dirty="0"/>
            <a:t>where category = ‘Technology’</a:t>
          </a:r>
        </a:p>
        <a:p>
          <a:r>
            <a:rPr lang="en-US" sz="2000" b="0" i="0" dirty="0"/>
            <a:t>order by sales desc limit 5;</a:t>
          </a:r>
          <a:endParaRPr lang="en-IN" sz="2000" dirty="0"/>
        </a:p>
      </dgm:t>
    </dgm:pt>
    <dgm:pt modelId="{D449F72C-DACE-4B6E-81AB-AB2BC759CC9E}" type="parTrans" cxnId="{350FCFC5-2CE3-424C-A869-44B90DEBC960}">
      <dgm:prSet/>
      <dgm:spPr/>
      <dgm:t>
        <a:bodyPr/>
        <a:lstStyle/>
        <a:p>
          <a:endParaRPr lang="en-IN"/>
        </a:p>
      </dgm:t>
    </dgm:pt>
    <dgm:pt modelId="{D4EAA274-ABE1-4EF1-B478-7712231D7906}" type="sibTrans" cxnId="{350FCFC5-2CE3-424C-A869-44B90DEBC960}">
      <dgm:prSet/>
      <dgm:spPr/>
      <dgm:t>
        <a:bodyPr/>
        <a:lstStyle/>
        <a:p>
          <a:endParaRPr lang="en-IN"/>
        </a:p>
      </dgm:t>
    </dgm:pt>
    <dgm:pt modelId="{0AD5142B-16F2-4114-8E51-A42D1BAC0D01}" type="pres">
      <dgm:prSet presAssocID="{05991B21-858C-454C-B47C-D2B59D3FDDC4}" presName="linear" presStyleCnt="0">
        <dgm:presLayoutVars>
          <dgm:animLvl val="lvl"/>
          <dgm:resizeHandles val="exact"/>
        </dgm:presLayoutVars>
      </dgm:prSet>
      <dgm:spPr/>
    </dgm:pt>
    <dgm:pt modelId="{F8245307-B325-4E8C-A240-5BDC2B9C6F04}" type="pres">
      <dgm:prSet presAssocID="{728123CE-52D1-4487-863B-9AE3E90D0AF0}" presName="parentText" presStyleLbl="node1" presStyleIdx="0" presStyleCnt="1" custScaleY="272003">
        <dgm:presLayoutVars>
          <dgm:chMax val="0"/>
          <dgm:bulletEnabled val="1"/>
        </dgm:presLayoutVars>
      </dgm:prSet>
      <dgm:spPr/>
    </dgm:pt>
  </dgm:ptLst>
  <dgm:cxnLst>
    <dgm:cxn modelId="{13ABEE48-25A1-4A9A-B397-5BBC71049EF2}" type="presOf" srcId="{05991B21-858C-454C-B47C-D2B59D3FDDC4}" destId="{0AD5142B-16F2-4114-8E51-A42D1BAC0D01}" srcOrd="0" destOrd="0" presId="urn:microsoft.com/office/officeart/2005/8/layout/vList2"/>
    <dgm:cxn modelId="{42AF85BA-9FDE-48B9-97E5-B06E17F3D292}" type="presOf" srcId="{728123CE-52D1-4487-863B-9AE3E90D0AF0}" destId="{F8245307-B325-4E8C-A240-5BDC2B9C6F04}" srcOrd="0" destOrd="0" presId="urn:microsoft.com/office/officeart/2005/8/layout/vList2"/>
    <dgm:cxn modelId="{350FCFC5-2CE3-424C-A869-44B90DEBC960}" srcId="{05991B21-858C-454C-B47C-D2B59D3FDDC4}" destId="{728123CE-52D1-4487-863B-9AE3E90D0AF0}" srcOrd="0" destOrd="0" parTransId="{D449F72C-DACE-4B6E-81AB-AB2BC759CC9E}" sibTransId="{D4EAA274-ABE1-4EF1-B478-7712231D7906}"/>
    <dgm:cxn modelId="{3B3AFA5F-3B91-4A88-9CB8-E8D5738BB8A5}" type="presParOf" srcId="{0AD5142B-16F2-4114-8E51-A42D1BAC0D01}" destId="{F8245307-B325-4E8C-A240-5BDC2B9C6F0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250DF3BE-6A97-4155-94C0-BA4958935C9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1E72865-D8ED-43F4-886A-35DE5571E11E}">
      <dgm:prSet/>
      <dgm:spPr/>
      <dgm:t>
        <a:bodyPr/>
        <a:lstStyle/>
        <a:p>
          <a:r>
            <a:rPr lang="en-US" b="0" i="0" dirty="0"/>
            <a:t>select * from customers </a:t>
          </a:r>
        </a:p>
        <a:p>
          <a:r>
            <a:rPr lang="en-US" b="0" i="0" dirty="0"/>
            <a:t>where subcategory in (‘paper’, ‘phones’, ’art’);</a:t>
          </a:r>
          <a:endParaRPr lang="en-IN" dirty="0"/>
        </a:p>
      </dgm:t>
    </dgm:pt>
    <dgm:pt modelId="{C6BFAB1A-B4A5-43C2-B3EA-EEA9FE10D32E}" type="parTrans" cxnId="{E89A076B-7347-468A-8845-9EBBFD05A26B}">
      <dgm:prSet/>
      <dgm:spPr/>
      <dgm:t>
        <a:bodyPr/>
        <a:lstStyle/>
        <a:p>
          <a:endParaRPr lang="en-IN"/>
        </a:p>
      </dgm:t>
    </dgm:pt>
    <dgm:pt modelId="{311847A3-86BE-4204-9FEF-D05A78E35D77}" type="sibTrans" cxnId="{E89A076B-7347-468A-8845-9EBBFD05A26B}">
      <dgm:prSet/>
      <dgm:spPr/>
      <dgm:t>
        <a:bodyPr/>
        <a:lstStyle/>
        <a:p>
          <a:endParaRPr lang="en-IN"/>
        </a:p>
      </dgm:t>
    </dgm:pt>
    <dgm:pt modelId="{AC30DE69-AC60-4627-99B5-7E2A1E0A71D8}" type="pres">
      <dgm:prSet presAssocID="{250DF3BE-6A97-4155-94C0-BA4958935C95}" presName="linear" presStyleCnt="0">
        <dgm:presLayoutVars>
          <dgm:animLvl val="lvl"/>
          <dgm:resizeHandles val="exact"/>
        </dgm:presLayoutVars>
      </dgm:prSet>
      <dgm:spPr/>
    </dgm:pt>
    <dgm:pt modelId="{5DC055A3-2E67-4F9F-B8A6-591D94855AFA}" type="pres">
      <dgm:prSet presAssocID="{C1E72865-D8ED-43F4-886A-35DE5571E11E}" presName="parentText" presStyleLbl="node1" presStyleIdx="0" presStyleCnt="1" custScaleX="92161" custScaleY="80815" custLinFactNeighborX="-5001" custLinFactNeighborY="-11210">
        <dgm:presLayoutVars>
          <dgm:chMax val="0"/>
          <dgm:bulletEnabled val="1"/>
        </dgm:presLayoutVars>
      </dgm:prSet>
      <dgm:spPr/>
    </dgm:pt>
  </dgm:ptLst>
  <dgm:cxnLst>
    <dgm:cxn modelId="{7A92AE11-3BE5-40D6-B10D-9D0ECDC84458}" type="presOf" srcId="{C1E72865-D8ED-43F4-886A-35DE5571E11E}" destId="{5DC055A3-2E67-4F9F-B8A6-591D94855AFA}" srcOrd="0" destOrd="0" presId="urn:microsoft.com/office/officeart/2005/8/layout/vList2"/>
    <dgm:cxn modelId="{E89A076B-7347-468A-8845-9EBBFD05A26B}" srcId="{250DF3BE-6A97-4155-94C0-BA4958935C95}" destId="{C1E72865-D8ED-43F4-886A-35DE5571E11E}" srcOrd="0" destOrd="0" parTransId="{C6BFAB1A-B4A5-43C2-B3EA-EEA9FE10D32E}" sibTransId="{311847A3-86BE-4204-9FEF-D05A78E35D77}"/>
    <dgm:cxn modelId="{8B8B78B6-A746-4335-9756-9DB5CF80F049}" type="presOf" srcId="{250DF3BE-6A97-4155-94C0-BA4958935C95}" destId="{AC30DE69-AC60-4627-99B5-7E2A1E0A71D8}" srcOrd="0" destOrd="0" presId="urn:microsoft.com/office/officeart/2005/8/layout/vList2"/>
    <dgm:cxn modelId="{C16CBF41-6849-42ED-9542-AF4FFF8AD517}" type="presParOf" srcId="{AC30DE69-AC60-4627-99B5-7E2A1E0A71D8}" destId="{5DC055A3-2E67-4F9F-B8A6-591D94855AF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EF83B5B4-DFAB-45FB-A4C7-875095289CA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2A127CE-E366-45EF-A383-178FC36CDA7E}">
      <dgm:prSet custT="1"/>
      <dgm:spPr/>
      <dgm:t>
        <a:bodyPr/>
        <a:lstStyle/>
        <a:p>
          <a:r>
            <a:rPr lang="en-US" sz="2400" b="0" i="0" dirty="0"/>
            <a:t>Select * from customers </a:t>
          </a:r>
        </a:p>
        <a:p>
          <a:r>
            <a:rPr lang="en-US" sz="2400" b="0" i="0" dirty="0"/>
            <a:t>where order date between ’2015-01-04’ and ’2015-12-29’;</a:t>
          </a:r>
          <a:endParaRPr lang="en-IN" sz="2400" dirty="0"/>
        </a:p>
      </dgm:t>
    </dgm:pt>
    <dgm:pt modelId="{2B67DD10-EBE6-4800-90E7-B2B0EEBB58DD}" type="parTrans" cxnId="{9E20F58F-14C1-481A-B690-E1F3F5077FF5}">
      <dgm:prSet/>
      <dgm:spPr/>
      <dgm:t>
        <a:bodyPr/>
        <a:lstStyle/>
        <a:p>
          <a:endParaRPr lang="en-IN"/>
        </a:p>
      </dgm:t>
    </dgm:pt>
    <dgm:pt modelId="{C29B86D7-FE2A-4A69-8A83-21265D92758F}" type="sibTrans" cxnId="{9E20F58F-14C1-481A-B690-E1F3F5077FF5}">
      <dgm:prSet/>
      <dgm:spPr/>
      <dgm:t>
        <a:bodyPr/>
        <a:lstStyle/>
        <a:p>
          <a:endParaRPr lang="en-IN"/>
        </a:p>
      </dgm:t>
    </dgm:pt>
    <dgm:pt modelId="{1D10F54C-8316-4820-8508-3EA9CE24FC55}" type="pres">
      <dgm:prSet presAssocID="{EF83B5B4-DFAB-45FB-A4C7-875095289CA3}" presName="linear" presStyleCnt="0">
        <dgm:presLayoutVars>
          <dgm:animLvl val="lvl"/>
          <dgm:resizeHandles val="exact"/>
        </dgm:presLayoutVars>
      </dgm:prSet>
      <dgm:spPr/>
    </dgm:pt>
    <dgm:pt modelId="{7FC8F0BE-11E2-4FAB-A840-9604D71BDD9E}" type="pres">
      <dgm:prSet presAssocID="{22A127CE-E366-45EF-A383-178FC36CDA7E}" presName="parentText" presStyleLbl="node1" presStyleIdx="0" presStyleCnt="1" custLinFactNeighborX="-638" custLinFactNeighborY="-8133">
        <dgm:presLayoutVars>
          <dgm:chMax val="0"/>
          <dgm:bulletEnabled val="1"/>
        </dgm:presLayoutVars>
      </dgm:prSet>
      <dgm:spPr/>
    </dgm:pt>
  </dgm:ptLst>
  <dgm:cxnLst>
    <dgm:cxn modelId="{9E20F58F-14C1-481A-B690-E1F3F5077FF5}" srcId="{EF83B5B4-DFAB-45FB-A4C7-875095289CA3}" destId="{22A127CE-E366-45EF-A383-178FC36CDA7E}" srcOrd="0" destOrd="0" parTransId="{2B67DD10-EBE6-4800-90E7-B2B0EEBB58DD}" sibTransId="{C29B86D7-FE2A-4A69-8A83-21265D92758F}"/>
    <dgm:cxn modelId="{844B44C4-BD10-47D9-9C40-C31B13AE8090}" type="presOf" srcId="{22A127CE-E366-45EF-A383-178FC36CDA7E}" destId="{7FC8F0BE-11E2-4FAB-A840-9604D71BDD9E}" srcOrd="0" destOrd="0" presId="urn:microsoft.com/office/officeart/2005/8/layout/vList2"/>
    <dgm:cxn modelId="{7DFB87E6-0C7C-4304-8AF7-EA1ACDBC42F1}" type="presOf" srcId="{EF83B5B4-DFAB-45FB-A4C7-875095289CA3}" destId="{1D10F54C-8316-4820-8508-3EA9CE24FC55}" srcOrd="0" destOrd="0" presId="urn:microsoft.com/office/officeart/2005/8/layout/vList2"/>
    <dgm:cxn modelId="{D8E0BB65-7C37-479B-94BF-A093D05618D0}" type="presParOf" srcId="{1D10F54C-8316-4820-8508-3EA9CE24FC55}" destId="{7FC8F0BE-11E2-4FAB-A840-9604D71BDD9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DDCCC77F-437E-4A88-AAD2-4DBFA4B4714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9827456-225B-421B-AE9E-B884F12AA512}">
      <dgm:prSet/>
      <dgm:spPr/>
      <dgm:t>
        <a:bodyPr/>
        <a:lstStyle/>
        <a:p>
          <a:r>
            <a:rPr lang="en-US" b="0" i="0" dirty="0"/>
            <a:t>select * from customers </a:t>
          </a:r>
        </a:p>
        <a:p>
          <a:r>
            <a:rPr lang="en-US" b="0" i="0" dirty="0"/>
            <a:t>where region like ‘w%’;</a:t>
          </a:r>
          <a:endParaRPr lang="en-IN" dirty="0"/>
        </a:p>
      </dgm:t>
    </dgm:pt>
    <dgm:pt modelId="{A66EA6C2-D5FB-4A16-A09C-3414BA692604}" type="parTrans" cxnId="{436437D9-DBDB-481D-9DA2-D910D11704F7}">
      <dgm:prSet/>
      <dgm:spPr/>
      <dgm:t>
        <a:bodyPr/>
        <a:lstStyle/>
        <a:p>
          <a:endParaRPr lang="en-IN"/>
        </a:p>
      </dgm:t>
    </dgm:pt>
    <dgm:pt modelId="{419BF01A-E342-43F0-92C6-9EFA628BEDA6}" type="sibTrans" cxnId="{436437D9-DBDB-481D-9DA2-D910D11704F7}">
      <dgm:prSet/>
      <dgm:spPr/>
      <dgm:t>
        <a:bodyPr/>
        <a:lstStyle/>
        <a:p>
          <a:endParaRPr lang="en-IN"/>
        </a:p>
      </dgm:t>
    </dgm:pt>
    <dgm:pt modelId="{19FEC0C8-DFB0-4F4C-9C4F-784C01263DDD}" type="pres">
      <dgm:prSet presAssocID="{DDCCC77F-437E-4A88-AAD2-4DBFA4B47140}" presName="linear" presStyleCnt="0">
        <dgm:presLayoutVars>
          <dgm:animLvl val="lvl"/>
          <dgm:resizeHandles val="exact"/>
        </dgm:presLayoutVars>
      </dgm:prSet>
      <dgm:spPr/>
    </dgm:pt>
    <dgm:pt modelId="{E3B0F89E-196C-419E-B435-8E3BACD84F11}" type="pres">
      <dgm:prSet presAssocID="{C9827456-225B-421B-AE9E-B884F12AA512}" presName="parentText" presStyleLbl="node1" presStyleIdx="0" presStyleCnt="1" custScaleY="70096" custLinFactNeighborX="159" custLinFactNeighborY="-11650">
        <dgm:presLayoutVars>
          <dgm:chMax val="0"/>
          <dgm:bulletEnabled val="1"/>
        </dgm:presLayoutVars>
      </dgm:prSet>
      <dgm:spPr/>
    </dgm:pt>
  </dgm:ptLst>
  <dgm:cxnLst>
    <dgm:cxn modelId="{D9B7BB3E-D04A-476F-9E15-F3500D0E1F55}" type="presOf" srcId="{DDCCC77F-437E-4A88-AAD2-4DBFA4B47140}" destId="{19FEC0C8-DFB0-4F4C-9C4F-784C01263DDD}" srcOrd="0" destOrd="0" presId="urn:microsoft.com/office/officeart/2005/8/layout/vList2"/>
    <dgm:cxn modelId="{436437D9-DBDB-481D-9DA2-D910D11704F7}" srcId="{DDCCC77F-437E-4A88-AAD2-4DBFA4B47140}" destId="{C9827456-225B-421B-AE9E-B884F12AA512}" srcOrd="0" destOrd="0" parTransId="{A66EA6C2-D5FB-4A16-A09C-3414BA692604}" sibTransId="{419BF01A-E342-43F0-92C6-9EFA628BEDA6}"/>
    <dgm:cxn modelId="{A3101DE1-1630-497F-A6A7-29AD133E505F}" type="presOf" srcId="{C9827456-225B-421B-AE9E-B884F12AA512}" destId="{E3B0F89E-196C-419E-B435-8E3BACD84F11}" srcOrd="0" destOrd="0" presId="urn:microsoft.com/office/officeart/2005/8/layout/vList2"/>
    <dgm:cxn modelId="{7F40A58B-C6B2-481E-9A7A-C6B3A753B69C}" type="presParOf" srcId="{19FEC0C8-DFB0-4F4C-9C4F-784C01263DDD}" destId="{E3B0F89E-196C-419E-B435-8E3BACD84F1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98EAA00C-FB5E-4459-ABCD-2D155781197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C2800AE-4B7A-4EC5-990E-CC7343340210}">
      <dgm:prSet custT="1"/>
      <dgm:spPr/>
      <dgm:t>
        <a:bodyPr/>
        <a:lstStyle/>
        <a:p>
          <a:r>
            <a:rPr lang="en-US" sz="2800" b="0" i="0" dirty="0"/>
            <a:t>select count(*) from customers </a:t>
          </a:r>
        </a:p>
        <a:p>
          <a:r>
            <a:rPr lang="en-US" sz="2800" b="0" i="0" dirty="0"/>
            <a:t>where category =’technology’;</a:t>
          </a:r>
          <a:endParaRPr lang="en-IN" sz="2800" dirty="0"/>
        </a:p>
      </dgm:t>
    </dgm:pt>
    <dgm:pt modelId="{C2176424-EF38-4ABD-A941-EDD4D8186345}" type="parTrans" cxnId="{84D00B72-7AA7-4369-BAAE-E95CD3D224A2}">
      <dgm:prSet/>
      <dgm:spPr/>
      <dgm:t>
        <a:bodyPr/>
        <a:lstStyle/>
        <a:p>
          <a:endParaRPr lang="en-IN"/>
        </a:p>
      </dgm:t>
    </dgm:pt>
    <dgm:pt modelId="{DBA785C4-06AF-43B3-8988-B423BD85187A}" type="sibTrans" cxnId="{84D00B72-7AA7-4369-BAAE-E95CD3D224A2}">
      <dgm:prSet/>
      <dgm:spPr/>
      <dgm:t>
        <a:bodyPr/>
        <a:lstStyle/>
        <a:p>
          <a:endParaRPr lang="en-IN"/>
        </a:p>
      </dgm:t>
    </dgm:pt>
    <dgm:pt modelId="{28F07463-8946-415F-BB8A-3704A86F538D}" type="pres">
      <dgm:prSet presAssocID="{98EAA00C-FB5E-4459-ABCD-2D1557811975}" presName="linear" presStyleCnt="0">
        <dgm:presLayoutVars>
          <dgm:animLvl val="lvl"/>
          <dgm:resizeHandles val="exact"/>
        </dgm:presLayoutVars>
      </dgm:prSet>
      <dgm:spPr/>
    </dgm:pt>
    <dgm:pt modelId="{35502A48-5641-4378-82A9-4854D48C28FA}" type="pres">
      <dgm:prSet presAssocID="{5C2800AE-4B7A-4EC5-990E-CC7343340210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4D00B72-7AA7-4369-BAAE-E95CD3D224A2}" srcId="{98EAA00C-FB5E-4459-ABCD-2D1557811975}" destId="{5C2800AE-4B7A-4EC5-990E-CC7343340210}" srcOrd="0" destOrd="0" parTransId="{C2176424-EF38-4ABD-A941-EDD4D8186345}" sibTransId="{DBA785C4-06AF-43B3-8988-B423BD85187A}"/>
    <dgm:cxn modelId="{84EA37BC-544B-452A-8954-A626A3122812}" type="presOf" srcId="{98EAA00C-FB5E-4459-ABCD-2D1557811975}" destId="{28F07463-8946-415F-BB8A-3704A86F538D}" srcOrd="0" destOrd="0" presId="urn:microsoft.com/office/officeart/2005/8/layout/vList2"/>
    <dgm:cxn modelId="{B00DA9DD-2026-44DB-A8F2-C3F3726A4725}" type="presOf" srcId="{5C2800AE-4B7A-4EC5-990E-CC7343340210}" destId="{35502A48-5641-4378-82A9-4854D48C28FA}" srcOrd="0" destOrd="0" presId="urn:microsoft.com/office/officeart/2005/8/layout/vList2"/>
    <dgm:cxn modelId="{235AE587-64A6-4F30-8CD1-A3F7301715FD}" type="presParOf" srcId="{28F07463-8946-415F-BB8A-3704A86F538D}" destId="{35502A48-5641-4378-82A9-4854D48C28F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D9A7C512-CE33-40D1-B2EF-A96A4237A2F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42566D50-E89C-4853-AF06-BE169E3C4E9F}">
      <dgm:prSet custT="1"/>
      <dgm:spPr/>
      <dgm:t>
        <a:bodyPr/>
        <a:lstStyle/>
        <a:p>
          <a:r>
            <a:rPr lang="en-US" sz="2800" b="0" i="0" dirty="0"/>
            <a:t>select count(distinct category) from customers;</a:t>
          </a:r>
          <a:endParaRPr lang="en-IN" sz="2800" dirty="0"/>
        </a:p>
      </dgm:t>
    </dgm:pt>
    <dgm:pt modelId="{17D5E7AF-1EB2-4FF9-B6FB-B959569B5422}" type="parTrans" cxnId="{0EAF9AF5-9062-4280-A8CA-224C36059895}">
      <dgm:prSet/>
      <dgm:spPr/>
      <dgm:t>
        <a:bodyPr/>
        <a:lstStyle/>
        <a:p>
          <a:endParaRPr lang="en-IN"/>
        </a:p>
      </dgm:t>
    </dgm:pt>
    <dgm:pt modelId="{E2BC5A54-2ADB-4E60-A9A0-EBF2CC3C5FB9}" type="sibTrans" cxnId="{0EAF9AF5-9062-4280-A8CA-224C36059895}">
      <dgm:prSet/>
      <dgm:spPr/>
      <dgm:t>
        <a:bodyPr/>
        <a:lstStyle/>
        <a:p>
          <a:endParaRPr lang="en-IN"/>
        </a:p>
      </dgm:t>
    </dgm:pt>
    <dgm:pt modelId="{73AF9018-5535-461B-AE54-E8C05D2DB860}" type="pres">
      <dgm:prSet presAssocID="{D9A7C512-CE33-40D1-B2EF-A96A4237A2FA}" presName="linear" presStyleCnt="0">
        <dgm:presLayoutVars>
          <dgm:animLvl val="lvl"/>
          <dgm:resizeHandles val="exact"/>
        </dgm:presLayoutVars>
      </dgm:prSet>
      <dgm:spPr/>
    </dgm:pt>
    <dgm:pt modelId="{982BAEED-7BFA-4F01-B8AC-7F4E75127FD9}" type="pres">
      <dgm:prSet presAssocID="{42566D50-E89C-4853-AF06-BE169E3C4E9F}" presName="parentText" presStyleLbl="node1" presStyleIdx="0" presStyleCnt="1" custLinFactNeighborX="-2869" custLinFactNeighborY="0">
        <dgm:presLayoutVars>
          <dgm:chMax val="0"/>
          <dgm:bulletEnabled val="1"/>
        </dgm:presLayoutVars>
      </dgm:prSet>
      <dgm:spPr/>
    </dgm:pt>
  </dgm:ptLst>
  <dgm:cxnLst>
    <dgm:cxn modelId="{81E53A64-047C-4518-87BC-AA121563DB9C}" type="presOf" srcId="{42566D50-E89C-4853-AF06-BE169E3C4E9F}" destId="{982BAEED-7BFA-4F01-B8AC-7F4E75127FD9}" srcOrd="0" destOrd="0" presId="urn:microsoft.com/office/officeart/2005/8/layout/vList2"/>
    <dgm:cxn modelId="{61BD9EC5-8CB3-470C-88E7-35686721AF4F}" type="presOf" srcId="{D9A7C512-CE33-40D1-B2EF-A96A4237A2FA}" destId="{73AF9018-5535-461B-AE54-E8C05D2DB860}" srcOrd="0" destOrd="0" presId="urn:microsoft.com/office/officeart/2005/8/layout/vList2"/>
    <dgm:cxn modelId="{0EAF9AF5-9062-4280-A8CA-224C36059895}" srcId="{D9A7C512-CE33-40D1-B2EF-A96A4237A2FA}" destId="{42566D50-E89C-4853-AF06-BE169E3C4E9F}" srcOrd="0" destOrd="0" parTransId="{17D5E7AF-1EB2-4FF9-B6FB-B959569B5422}" sibTransId="{E2BC5A54-2ADB-4E60-A9A0-EBF2CC3C5FB9}"/>
    <dgm:cxn modelId="{B5739111-B074-482F-AF8D-A758B6454A4C}" type="presParOf" srcId="{73AF9018-5535-461B-AE54-E8C05D2DB860}" destId="{982BAEED-7BFA-4F01-B8AC-7F4E75127FD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936F0A25-F881-4D16-A697-A0C8847F333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7912BF23-4166-4BF1-BD40-2309407D6B23}">
      <dgm:prSet custT="1"/>
      <dgm:spPr/>
      <dgm:t>
        <a:bodyPr/>
        <a:lstStyle/>
        <a:p>
          <a:r>
            <a:rPr lang="en-US" sz="2800" b="0" i="0" dirty="0"/>
            <a:t>select avg(sales) from customers;</a:t>
          </a:r>
          <a:endParaRPr lang="en-IN" sz="2800" dirty="0"/>
        </a:p>
      </dgm:t>
    </dgm:pt>
    <dgm:pt modelId="{D1AEC1E8-A385-4846-B7E2-3DB7F10FBB94}" type="parTrans" cxnId="{464ECF05-425C-4565-A8F3-3D97CE021BC9}">
      <dgm:prSet/>
      <dgm:spPr/>
      <dgm:t>
        <a:bodyPr/>
        <a:lstStyle/>
        <a:p>
          <a:endParaRPr lang="en-IN"/>
        </a:p>
      </dgm:t>
    </dgm:pt>
    <dgm:pt modelId="{538476FD-AD48-4051-9F8B-E7588BAA5617}" type="sibTrans" cxnId="{464ECF05-425C-4565-A8F3-3D97CE021BC9}">
      <dgm:prSet/>
      <dgm:spPr/>
      <dgm:t>
        <a:bodyPr/>
        <a:lstStyle/>
        <a:p>
          <a:endParaRPr lang="en-IN"/>
        </a:p>
      </dgm:t>
    </dgm:pt>
    <dgm:pt modelId="{3B50ED30-E4E6-4DC9-B9AC-2B09500BB572}" type="pres">
      <dgm:prSet presAssocID="{936F0A25-F881-4D16-A697-A0C8847F3330}" presName="linear" presStyleCnt="0">
        <dgm:presLayoutVars>
          <dgm:animLvl val="lvl"/>
          <dgm:resizeHandles val="exact"/>
        </dgm:presLayoutVars>
      </dgm:prSet>
      <dgm:spPr/>
    </dgm:pt>
    <dgm:pt modelId="{98EA2935-217B-4AB1-B79E-14DD9ED227CE}" type="pres">
      <dgm:prSet presAssocID="{7912BF23-4166-4BF1-BD40-2309407D6B23}" presName="parentText" presStyleLbl="node1" presStyleIdx="0" presStyleCnt="1" custLinFactNeighborX="-20403" custLinFactNeighborY="-20374">
        <dgm:presLayoutVars>
          <dgm:chMax val="0"/>
          <dgm:bulletEnabled val="1"/>
        </dgm:presLayoutVars>
      </dgm:prSet>
      <dgm:spPr/>
    </dgm:pt>
  </dgm:ptLst>
  <dgm:cxnLst>
    <dgm:cxn modelId="{464ECF05-425C-4565-A8F3-3D97CE021BC9}" srcId="{936F0A25-F881-4D16-A697-A0C8847F3330}" destId="{7912BF23-4166-4BF1-BD40-2309407D6B23}" srcOrd="0" destOrd="0" parTransId="{D1AEC1E8-A385-4846-B7E2-3DB7F10FBB94}" sibTransId="{538476FD-AD48-4051-9F8B-E7588BAA5617}"/>
    <dgm:cxn modelId="{55323463-613A-4B69-9589-5AD4B01814CB}" type="presOf" srcId="{7912BF23-4166-4BF1-BD40-2309407D6B23}" destId="{98EA2935-217B-4AB1-B79E-14DD9ED227CE}" srcOrd="0" destOrd="0" presId="urn:microsoft.com/office/officeart/2005/8/layout/vList2"/>
    <dgm:cxn modelId="{5C5589D2-AB73-4077-9614-6EFD0D180C17}" type="presOf" srcId="{936F0A25-F881-4D16-A697-A0C8847F3330}" destId="{3B50ED30-E4E6-4DC9-B9AC-2B09500BB572}" srcOrd="0" destOrd="0" presId="urn:microsoft.com/office/officeart/2005/8/layout/vList2"/>
    <dgm:cxn modelId="{9F0BB381-8186-472E-8DC3-A20AD66B0CBA}" type="presParOf" srcId="{3B50ED30-E4E6-4DC9-B9AC-2B09500BB572}" destId="{98EA2935-217B-4AB1-B79E-14DD9ED227C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736A2230-01C2-4928-8B7F-539A90AC0C3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085BC50-0E1D-47F7-ABB0-C7A3E62F6513}">
      <dgm:prSet custT="1"/>
      <dgm:spPr/>
      <dgm:t>
        <a:bodyPr/>
        <a:lstStyle/>
        <a:p>
          <a:r>
            <a:rPr lang="en-US" sz="2800" b="0" i="0" dirty="0"/>
            <a:t>Select sum(sales) from customers</a:t>
          </a:r>
        </a:p>
        <a:p>
          <a:r>
            <a:rPr lang="en-US" sz="2800" b="0" i="0" dirty="0"/>
            <a:t> Where state = ’Texas’;</a:t>
          </a:r>
          <a:endParaRPr lang="en-IN" sz="2800" dirty="0"/>
        </a:p>
      </dgm:t>
    </dgm:pt>
    <dgm:pt modelId="{B06A6988-5446-4EBE-A6D2-821946BFD15C}" type="parTrans" cxnId="{D7FC8AD7-341C-4721-B634-C58EDB7A90E1}">
      <dgm:prSet/>
      <dgm:spPr/>
      <dgm:t>
        <a:bodyPr/>
        <a:lstStyle/>
        <a:p>
          <a:endParaRPr lang="en-IN"/>
        </a:p>
      </dgm:t>
    </dgm:pt>
    <dgm:pt modelId="{C57C1B3E-B82F-44C6-88E9-A56AB7FEA1D1}" type="sibTrans" cxnId="{D7FC8AD7-341C-4721-B634-C58EDB7A90E1}">
      <dgm:prSet/>
      <dgm:spPr/>
      <dgm:t>
        <a:bodyPr/>
        <a:lstStyle/>
        <a:p>
          <a:endParaRPr lang="en-IN"/>
        </a:p>
      </dgm:t>
    </dgm:pt>
    <dgm:pt modelId="{E9471587-9383-4671-88F3-369D96365FEA}" type="pres">
      <dgm:prSet presAssocID="{736A2230-01C2-4928-8B7F-539A90AC0C30}" presName="linear" presStyleCnt="0">
        <dgm:presLayoutVars>
          <dgm:animLvl val="lvl"/>
          <dgm:resizeHandles val="exact"/>
        </dgm:presLayoutVars>
      </dgm:prSet>
      <dgm:spPr/>
    </dgm:pt>
    <dgm:pt modelId="{B7A99E2B-CE1C-4A8C-B24D-D80FA906D548}" type="pres">
      <dgm:prSet presAssocID="{F085BC50-0E1D-47F7-ABB0-C7A3E62F6513}" presName="parentText" presStyleLbl="node1" presStyleIdx="0" presStyleCnt="1" custScaleY="77887" custLinFactY="-100000" custLinFactNeighborY="-156647">
        <dgm:presLayoutVars>
          <dgm:chMax val="0"/>
          <dgm:bulletEnabled val="1"/>
        </dgm:presLayoutVars>
      </dgm:prSet>
      <dgm:spPr/>
    </dgm:pt>
  </dgm:ptLst>
  <dgm:cxnLst>
    <dgm:cxn modelId="{98326E76-8FCE-4FE4-973A-C78E3259681D}" type="presOf" srcId="{736A2230-01C2-4928-8B7F-539A90AC0C30}" destId="{E9471587-9383-4671-88F3-369D96365FEA}" srcOrd="0" destOrd="0" presId="urn:microsoft.com/office/officeart/2005/8/layout/vList2"/>
    <dgm:cxn modelId="{D7FC8AD7-341C-4721-B634-C58EDB7A90E1}" srcId="{736A2230-01C2-4928-8B7F-539A90AC0C30}" destId="{F085BC50-0E1D-47F7-ABB0-C7A3E62F6513}" srcOrd="0" destOrd="0" parTransId="{B06A6988-5446-4EBE-A6D2-821946BFD15C}" sibTransId="{C57C1B3E-B82F-44C6-88E9-A56AB7FEA1D1}"/>
    <dgm:cxn modelId="{FC9503DE-E325-45B3-A975-2E49E10A3228}" type="presOf" srcId="{F085BC50-0E1D-47F7-ABB0-C7A3E62F6513}" destId="{B7A99E2B-CE1C-4A8C-B24D-D80FA906D548}" srcOrd="0" destOrd="0" presId="urn:microsoft.com/office/officeart/2005/8/layout/vList2"/>
    <dgm:cxn modelId="{E8687F99-66A6-4B5A-BA6A-29322993A19F}" type="presParOf" srcId="{E9471587-9383-4671-88F3-369D96365FEA}" destId="{B7A99E2B-CE1C-4A8C-B24D-D80FA906D548}" srcOrd="0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898FFFF4-3240-441D-8DF4-A6FD6B303CA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5B7072E-A13F-451F-89DC-66018779EBE7}">
      <dgm:prSet custT="1"/>
      <dgm:spPr/>
      <dgm:t>
        <a:bodyPr/>
        <a:lstStyle/>
        <a:p>
          <a:r>
            <a:rPr lang="en-US" sz="2400" b="0" i="0" dirty="0">
              <a:solidFill>
                <a:schemeClr val="bg1"/>
              </a:solidFill>
            </a:rPr>
            <a:t>Select max(sales) from customers</a:t>
          </a:r>
        </a:p>
        <a:p>
          <a:r>
            <a:rPr lang="en-US" sz="2400" b="0" i="0" dirty="0">
              <a:solidFill>
                <a:schemeClr val="bg1"/>
              </a:solidFill>
            </a:rPr>
            <a:t>Where category = ‘office supplies’ ;</a:t>
          </a:r>
          <a:endParaRPr lang="en-IN" sz="2400" dirty="0">
            <a:solidFill>
              <a:schemeClr val="bg1"/>
            </a:solidFill>
          </a:endParaRPr>
        </a:p>
      </dgm:t>
    </dgm:pt>
    <dgm:pt modelId="{CBF5FA5A-09FF-4471-B664-948EDAA7DFEB}" type="parTrans" cxnId="{8C2E98EC-3732-49FE-8A92-82BE3AD5378D}">
      <dgm:prSet/>
      <dgm:spPr/>
      <dgm:t>
        <a:bodyPr/>
        <a:lstStyle/>
        <a:p>
          <a:endParaRPr lang="en-IN"/>
        </a:p>
      </dgm:t>
    </dgm:pt>
    <dgm:pt modelId="{C1052C66-639C-4B8E-918C-7ABD0804CCF5}" type="sibTrans" cxnId="{8C2E98EC-3732-49FE-8A92-82BE3AD5378D}">
      <dgm:prSet/>
      <dgm:spPr/>
      <dgm:t>
        <a:bodyPr/>
        <a:lstStyle/>
        <a:p>
          <a:endParaRPr lang="en-IN"/>
        </a:p>
      </dgm:t>
    </dgm:pt>
    <dgm:pt modelId="{D0863507-50B7-4A1D-A8AA-E6E2F7F60764}" type="pres">
      <dgm:prSet presAssocID="{898FFFF4-3240-441D-8DF4-A6FD6B303CA5}" presName="linear" presStyleCnt="0">
        <dgm:presLayoutVars>
          <dgm:animLvl val="lvl"/>
          <dgm:resizeHandles val="exact"/>
        </dgm:presLayoutVars>
      </dgm:prSet>
      <dgm:spPr/>
    </dgm:pt>
    <dgm:pt modelId="{21A0DB41-F0D5-4CA6-8DD9-6F5D7E793B17}" type="pres">
      <dgm:prSet presAssocID="{E5B7072E-A13F-451F-89DC-66018779EBE7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F289F56A-8233-41C1-8035-22B24CAE122F}" type="presOf" srcId="{898FFFF4-3240-441D-8DF4-A6FD6B303CA5}" destId="{D0863507-50B7-4A1D-A8AA-E6E2F7F60764}" srcOrd="0" destOrd="0" presId="urn:microsoft.com/office/officeart/2005/8/layout/vList2"/>
    <dgm:cxn modelId="{C308DBC3-8E1D-4ADA-AF8D-8D4F23C589F2}" type="presOf" srcId="{E5B7072E-A13F-451F-89DC-66018779EBE7}" destId="{21A0DB41-F0D5-4CA6-8DD9-6F5D7E793B17}" srcOrd="0" destOrd="0" presId="urn:microsoft.com/office/officeart/2005/8/layout/vList2"/>
    <dgm:cxn modelId="{8C2E98EC-3732-49FE-8A92-82BE3AD5378D}" srcId="{898FFFF4-3240-441D-8DF4-A6FD6B303CA5}" destId="{E5B7072E-A13F-451F-89DC-66018779EBE7}" srcOrd="0" destOrd="0" parTransId="{CBF5FA5A-09FF-4471-B664-948EDAA7DFEB}" sibTransId="{C1052C66-639C-4B8E-918C-7ABD0804CCF5}"/>
    <dgm:cxn modelId="{BA102783-A524-42ED-834B-6B9487DD0A25}" type="presParOf" srcId="{D0863507-50B7-4A1D-A8AA-E6E2F7F60764}" destId="{21A0DB41-F0D5-4CA6-8DD9-6F5D7E793B1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B84384B7-4281-4661-85C2-23545DE5C57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C19EC0A-4B32-4311-82BF-62A065AD2A08}">
      <dgm:prSet custT="1"/>
      <dgm:spPr/>
      <dgm:t>
        <a:bodyPr/>
        <a:lstStyle/>
        <a:p>
          <a:r>
            <a:rPr lang="en-US" sz="2400" b="0" i="0" dirty="0"/>
            <a:t>Select category, count (*) as total_orders </a:t>
          </a:r>
        </a:p>
        <a:p>
          <a:r>
            <a:rPr lang="en-US" sz="2400" b="0" i="0" dirty="0"/>
            <a:t>From customers </a:t>
          </a:r>
        </a:p>
        <a:p>
          <a:r>
            <a:rPr lang="en-US" sz="2400" b="0" i="0" dirty="0"/>
            <a:t>group by category;</a:t>
          </a:r>
          <a:endParaRPr lang="en-IN" sz="2400" dirty="0"/>
        </a:p>
      </dgm:t>
    </dgm:pt>
    <dgm:pt modelId="{A13C227E-0F4B-4D11-9D1F-FADC66DD42AF}" type="parTrans" cxnId="{5EB18CFD-6A24-4002-96D6-6C0BC1F5781E}">
      <dgm:prSet/>
      <dgm:spPr/>
      <dgm:t>
        <a:bodyPr/>
        <a:lstStyle/>
        <a:p>
          <a:endParaRPr lang="en-IN"/>
        </a:p>
      </dgm:t>
    </dgm:pt>
    <dgm:pt modelId="{E840DF7B-2C79-4B00-A667-7BAC8FE281B9}" type="sibTrans" cxnId="{5EB18CFD-6A24-4002-96D6-6C0BC1F5781E}">
      <dgm:prSet/>
      <dgm:spPr/>
      <dgm:t>
        <a:bodyPr/>
        <a:lstStyle/>
        <a:p>
          <a:endParaRPr lang="en-IN"/>
        </a:p>
      </dgm:t>
    </dgm:pt>
    <dgm:pt modelId="{1C895AFB-50BB-4CA7-B1ED-B26CB5628150}" type="pres">
      <dgm:prSet presAssocID="{B84384B7-4281-4661-85C2-23545DE5C577}" presName="linear" presStyleCnt="0">
        <dgm:presLayoutVars>
          <dgm:animLvl val="lvl"/>
          <dgm:resizeHandles val="exact"/>
        </dgm:presLayoutVars>
      </dgm:prSet>
      <dgm:spPr/>
    </dgm:pt>
    <dgm:pt modelId="{E94C65D6-885F-4FB1-96D9-67AD985324E1}" type="pres">
      <dgm:prSet presAssocID="{AC19EC0A-4B32-4311-82BF-62A065AD2A0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9CB6AD53-FEFC-4704-9172-72FEDE12D1B4}" type="presOf" srcId="{AC19EC0A-4B32-4311-82BF-62A065AD2A08}" destId="{E94C65D6-885F-4FB1-96D9-67AD985324E1}" srcOrd="0" destOrd="0" presId="urn:microsoft.com/office/officeart/2005/8/layout/vList2"/>
    <dgm:cxn modelId="{F6F078C1-9123-482F-AEDE-1C96C21B0D2F}" type="presOf" srcId="{B84384B7-4281-4661-85C2-23545DE5C577}" destId="{1C895AFB-50BB-4CA7-B1ED-B26CB5628150}" srcOrd="0" destOrd="0" presId="urn:microsoft.com/office/officeart/2005/8/layout/vList2"/>
    <dgm:cxn modelId="{5EB18CFD-6A24-4002-96D6-6C0BC1F5781E}" srcId="{B84384B7-4281-4661-85C2-23545DE5C577}" destId="{AC19EC0A-4B32-4311-82BF-62A065AD2A08}" srcOrd="0" destOrd="0" parTransId="{A13C227E-0F4B-4D11-9D1F-FADC66DD42AF}" sibTransId="{E840DF7B-2C79-4B00-A667-7BAC8FE281B9}"/>
    <dgm:cxn modelId="{260B3639-A6DF-45C1-950F-B9E3753CD127}" type="presParOf" srcId="{1C895AFB-50BB-4CA7-B1ED-B26CB5628150}" destId="{E94C65D6-885F-4FB1-96D9-67AD985324E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4B991484-285A-4C91-974B-FEE91AC9873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E591F355-49C8-4CBA-BB42-FFDD2E397B5E}">
      <dgm:prSet custT="1"/>
      <dgm:spPr/>
      <dgm:t>
        <a:bodyPr/>
        <a:lstStyle/>
        <a:p>
          <a:r>
            <a:rPr lang="en-US" sz="2000" b="0" i="0" dirty="0">
              <a:solidFill>
                <a:schemeClr val="bg1"/>
              </a:solidFill>
            </a:rPr>
            <a:t>select subcategory, count(*) as total_order</a:t>
          </a:r>
          <a:r>
            <a:rPr lang="en-IN" sz="2000" b="0" i="0" dirty="0">
              <a:solidFill>
                <a:schemeClr val="bg1"/>
              </a:solidFill>
            </a:rPr>
            <a:t> </a:t>
          </a:r>
          <a:r>
            <a:rPr lang="en-US" sz="2000" b="0" i="0" dirty="0">
              <a:solidFill>
                <a:schemeClr val="bg1"/>
              </a:solidFill>
            </a:rPr>
            <a:t>from customers</a:t>
          </a:r>
        </a:p>
        <a:p>
          <a:r>
            <a:rPr lang="en-US" sz="2000" b="0" i="0" dirty="0">
              <a:solidFill>
                <a:schemeClr val="bg1"/>
              </a:solidFill>
            </a:rPr>
            <a:t>group by subcategory</a:t>
          </a:r>
        </a:p>
        <a:p>
          <a:r>
            <a:rPr lang="en-US" sz="2000" b="0" i="0" dirty="0">
              <a:solidFill>
                <a:schemeClr val="bg1"/>
              </a:solidFill>
            </a:rPr>
            <a:t>having total_order  &gt;  1000 ;</a:t>
          </a:r>
          <a:endParaRPr lang="en-IN" sz="2000" dirty="0">
            <a:solidFill>
              <a:schemeClr val="bg1"/>
            </a:solidFill>
          </a:endParaRPr>
        </a:p>
      </dgm:t>
    </dgm:pt>
    <dgm:pt modelId="{53244112-B8C6-4490-AE9E-71864A870607}" type="parTrans" cxnId="{10AD4289-3C7C-4911-B3C9-06FD3D8B4267}">
      <dgm:prSet/>
      <dgm:spPr/>
      <dgm:t>
        <a:bodyPr/>
        <a:lstStyle/>
        <a:p>
          <a:endParaRPr lang="en-IN"/>
        </a:p>
      </dgm:t>
    </dgm:pt>
    <dgm:pt modelId="{2AABAD2C-BA5B-47F6-B421-C3F299A8CFB7}" type="sibTrans" cxnId="{10AD4289-3C7C-4911-B3C9-06FD3D8B4267}">
      <dgm:prSet/>
      <dgm:spPr/>
      <dgm:t>
        <a:bodyPr/>
        <a:lstStyle/>
        <a:p>
          <a:endParaRPr lang="en-IN"/>
        </a:p>
      </dgm:t>
    </dgm:pt>
    <dgm:pt modelId="{6EDED2EC-54E9-4A79-B7E9-41A3A0BB695B}" type="pres">
      <dgm:prSet presAssocID="{4B991484-285A-4C91-974B-FEE91AC98734}" presName="linear" presStyleCnt="0">
        <dgm:presLayoutVars>
          <dgm:animLvl val="lvl"/>
          <dgm:resizeHandles val="exact"/>
        </dgm:presLayoutVars>
      </dgm:prSet>
      <dgm:spPr/>
    </dgm:pt>
    <dgm:pt modelId="{2A5689C8-A8C9-43EA-ACB2-EECF491B0700}" type="pres">
      <dgm:prSet presAssocID="{E591F355-49C8-4CBA-BB42-FFDD2E397B5E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444F43B-F272-4DF6-83E3-7814DBD02153}" type="presOf" srcId="{E591F355-49C8-4CBA-BB42-FFDD2E397B5E}" destId="{2A5689C8-A8C9-43EA-ACB2-EECF491B0700}" srcOrd="0" destOrd="0" presId="urn:microsoft.com/office/officeart/2005/8/layout/vList2"/>
    <dgm:cxn modelId="{10AD4289-3C7C-4911-B3C9-06FD3D8B4267}" srcId="{4B991484-285A-4C91-974B-FEE91AC98734}" destId="{E591F355-49C8-4CBA-BB42-FFDD2E397B5E}" srcOrd="0" destOrd="0" parTransId="{53244112-B8C6-4490-AE9E-71864A870607}" sibTransId="{2AABAD2C-BA5B-47F6-B421-C3F299A8CFB7}"/>
    <dgm:cxn modelId="{CD50DF8E-39AE-4585-9A43-AF6EDC0633CF}" type="presOf" srcId="{4B991484-285A-4C91-974B-FEE91AC98734}" destId="{6EDED2EC-54E9-4A79-B7E9-41A3A0BB695B}" srcOrd="0" destOrd="0" presId="urn:microsoft.com/office/officeart/2005/8/layout/vList2"/>
    <dgm:cxn modelId="{4E9F592B-C8D2-467A-AD1E-9424832FCFDA}" type="presParOf" srcId="{6EDED2EC-54E9-4A79-B7E9-41A3A0BB695B}" destId="{2A5689C8-A8C9-43EA-ACB2-EECF491B070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050B86-D4AF-4FA6-BAEE-4F0C607E7B38}">
      <dsp:nvSpPr>
        <dsp:cNvPr id="0" name=""/>
        <dsp:cNvSpPr/>
      </dsp:nvSpPr>
      <dsp:spPr>
        <a:xfrm>
          <a:off x="0" y="1128"/>
          <a:ext cx="9474175" cy="10296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85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>
              <a:solidFill>
                <a:schemeClr val="bg1"/>
              </a:solidFill>
            </a:rPr>
            <a:t>select * from customers;</a:t>
          </a:r>
          <a:endParaRPr lang="en-IN" sz="2800" b="0" kern="1200" dirty="0">
            <a:solidFill>
              <a:schemeClr val="bg1"/>
            </a:solidFill>
          </a:endParaRPr>
        </a:p>
      </dsp:txBody>
      <dsp:txXfrm>
        <a:off x="50261" y="51389"/>
        <a:ext cx="9373653" cy="92907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DD35B9-25D9-4C69-B6BB-C83A4C098A84}">
      <dsp:nvSpPr>
        <dsp:cNvPr id="0" name=""/>
        <dsp:cNvSpPr/>
      </dsp:nvSpPr>
      <dsp:spPr>
        <a:xfrm>
          <a:off x="0" y="17945"/>
          <a:ext cx="9353874" cy="82552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dirty="0">
              <a:solidFill>
                <a:schemeClr val="bg1"/>
              </a:solidFill>
            </a:rPr>
            <a:t>Select order id, order date, country, region from customers;</a:t>
          </a:r>
          <a:endParaRPr lang="en-IN" sz="2300" kern="1200" dirty="0">
            <a:solidFill>
              <a:schemeClr val="bg1"/>
            </a:solidFill>
          </a:endParaRPr>
        </a:p>
      </dsp:txBody>
      <dsp:txXfrm>
        <a:off x="40299" y="58244"/>
        <a:ext cx="9273276" cy="7449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704B87-3BD5-4179-B44E-99D4ACEF2896}">
      <dsp:nvSpPr>
        <dsp:cNvPr id="0" name=""/>
        <dsp:cNvSpPr/>
      </dsp:nvSpPr>
      <dsp:spPr>
        <a:xfrm>
          <a:off x="0" y="149"/>
          <a:ext cx="7925063" cy="861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>
              <a:solidFill>
                <a:schemeClr val="bg1"/>
              </a:solidFill>
            </a:rPr>
            <a:t>select distinct(category) from customers ;</a:t>
          </a:r>
          <a:endParaRPr lang="en-IN" sz="2800" kern="1200" dirty="0">
            <a:solidFill>
              <a:schemeClr val="bg1"/>
            </a:solidFill>
          </a:endParaRPr>
        </a:p>
      </dsp:txBody>
      <dsp:txXfrm>
        <a:off x="42036" y="42185"/>
        <a:ext cx="7840991" cy="7770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3BB69B-2596-4C0E-8317-E4DC9948B74B}">
      <dsp:nvSpPr>
        <dsp:cNvPr id="0" name=""/>
        <dsp:cNvSpPr/>
      </dsp:nvSpPr>
      <dsp:spPr>
        <a:xfrm>
          <a:off x="0" y="10972"/>
          <a:ext cx="8825658" cy="8394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b="0" i="0" kern="1200"/>
            <a:t>Select order id as id from customers ;</a:t>
          </a:r>
          <a:endParaRPr lang="en-IN" sz="3500" kern="1200"/>
        </a:p>
      </dsp:txBody>
      <dsp:txXfrm>
        <a:off x="40980" y="51952"/>
        <a:ext cx="8743698" cy="7575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20D164-C659-4A03-A529-BD141821B005}">
      <dsp:nvSpPr>
        <dsp:cNvPr id="0" name=""/>
        <dsp:cNvSpPr/>
      </dsp:nvSpPr>
      <dsp:spPr>
        <a:xfrm>
          <a:off x="0" y="0"/>
          <a:ext cx="8825658" cy="123795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solidFill>
                <a:schemeClr val="bg1"/>
              </a:solidFill>
            </a:rPr>
            <a:t>Select * from customers where category = “technology”;</a:t>
          </a:r>
          <a:endParaRPr lang="en-IN" sz="2400" kern="1200" dirty="0">
            <a:solidFill>
              <a:schemeClr val="bg1"/>
            </a:solidFill>
          </a:endParaRPr>
        </a:p>
      </dsp:txBody>
      <dsp:txXfrm>
        <a:off x="60432" y="60432"/>
        <a:ext cx="8704794" cy="111709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5838EA-0FFC-47A9-8FDC-B57BC671FA3B}">
      <dsp:nvSpPr>
        <dsp:cNvPr id="0" name=""/>
        <dsp:cNvSpPr/>
      </dsp:nvSpPr>
      <dsp:spPr>
        <a:xfrm>
          <a:off x="0" y="0"/>
          <a:ext cx="10460619" cy="114921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0" i="0" kern="1200" dirty="0"/>
            <a:t>Select * from </a:t>
          </a:r>
          <a:r>
            <a:rPr lang="en-US" sz="2800" b="0" i="0" kern="1200" dirty="0"/>
            <a:t>customers</a:t>
          </a:r>
          <a:r>
            <a:rPr lang="en-US" sz="3000" b="0" i="0" kern="1200" dirty="0"/>
            <a:t> where quantity &gt; 10;</a:t>
          </a:r>
          <a:endParaRPr lang="en-IN" sz="3000" kern="1200" dirty="0"/>
        </a:p>
      </dsp:txBody>
      <dsp:txXfrm>
        <a:off x="56100" y="56100"/>
        <a:ext cx="10348419" cy="103701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02DA81-73E0-4A07-8967-E08CECFEE799}">
      <dsp:nvSpPr>
        <dsp:cNvPr id="0" name=""/>
        <dsp:cNvSpPr/>
      </dsp:nvSpPr>
      <dsp:spPr>
        <a:xfrm>
          <a:off x="0" y="0"/>
          <a:ext cx="8825658" cy="76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dirty="0"/>
            <a:t>select * from customers where sales &lt; 5000;</a:t>
          </a:r>
          <a:endParaRPr lang="en-IN" sz="3200" kern="1200" dirty="0"/>
        </a:p>
      </dsp:txBody>
      <dsp:txXfrm>
        <a:off x="37467" y="37467"/>
        <a:ext cx="8750724" cy="69258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63006B-E160-49D6-A98B-C0F7A6988D51}">
      <dsp:nvSpPr>
        <dsp:cNvPr id="0" name=""/>
        <dsp:cNvSpPr/>
      </dsp:nvSpPr>
      <dsp:spPr>
        <a:xfrm>
          <a:off x="0" y="186"/>
          <a:ext cx="8825658" cy="86104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select * from customers where state =” Texas” and category = ‘ Technology ‘ ;</a:t>
          </a:r>
          <a:endParaRPr lang="en-IN" sz="2800" kern="1200" dirty="0"/>
        </a:p>
      </dsp:txBody>
      <dsp:txXfrm>
        <a:off x="42033" y="42219"/>
        <a:ext cx="8741592" cy="77698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59A135-2406-45CC-9E66-78C675D49B9D}">
      <dsp:nvSpPr>
        <dsp:cNvPr id="0" name=""/>
        <dsp:cNvSpPr/>
      </dsp:nvSpPr>
      <dsp:spPr>
        <a:xfrm>
          <a:off x="0" y="0"/>
          <a:ext cx="9819249" cy="10038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select * from customers </a:t>
          </a:r>
        </a:p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dirty="0"/>
            <a:t>where quantity &gt; 5 and region =”east” and subcategory = “phones”;</a:t>
          </a:r>
          <a:endParaRPr lang="en-IN" sz="2200" kern="1200" dirty="0"/>
        </a:p>
      </dsp:txBody>
      <dsp:txXfrm>
        <a:off x="49004" y="49004"/>
        <a:ext cx="9721241" cy="90585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F9AFCE-739A-4770-B3DF-15750374B291}">
      <dsp:nvSpPr>
        <dsp:cNvPr id="0" name=""/>
        <dsp:cNvSpPr/>
      </dsp:nvSpPr>
      <dsp:spPr>
        <a:xfrm>
          <a:off x="0" y="0"/>
          <a:ext cx="9578694" cy="8213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>
              <a:solidFill>
                <a:schemeClr val="bg1"/>
              </a:solidFill>
            </a:rPr>
            <a:t>select * from customers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>
              <a:solidFill>
                <a:schemeClr val="bg1"/>
              </a:solidFill>
            </a:rPr>
            <a:t>where category = ‘Technology’ or category = ‘Office Supplies’ ;</a:t>
          </a:r>
          <a:endParaRPr lang="en-IN" sz="1800" kern="1200" dirty="0">
            <a:solidFill>
              <a:schemeClr val="bg1"/>
            </a:solidFill>
          </a:endParaRPr>
        </a:p>
      </dsp:txBody>
      <dsp:txXfrm>
        <a:off x="40094" y="40094"/>
        <a:ext cx="9498506" cy="74115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0560F4-888E-44A7-BD43-24D41AD66725}">
      <dsp:nvSpPr>
        <dsp:cNvPr id="0" name=""/>
        <dsp:cNvSpPr/>
      </dsp:nvSpPr>
      <dsp:spPr>
        <a:xfrm>
          <a:off x="0" y="20040"/>
          <a:ext cx="8825658" cy="8213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select * from customers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dirty="0"/>
            <a:t>where subcategory in (‘phones’,’paper’,’art’) ;</a:t>
          </a:r>
          <a:endParaRPr lang="en-IN" sz="1800" kern="1200" dirty="0"/>
        </a:p>
      </dsp:txBody>
      <dsp:txXfrm>
        <a:off x="40094" y="60134"/>
        <a:ext cx="8745470" cy="74115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A242B5-E3B8-43D3-B2A9-7923BEDFCEF7}">
      <dsp:nvSpPr>
        <dsp:cNvPr id="0" name=""/>
        <dsp:cNvSpPr/>
      </dsp:nvSpPr>
      <dsp:spPr>
        <a:xfrm>
          <a:off x="35851" y="0"/>
          <a:ext cx="9826009" cy="1049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dirty="0">
              <a:solidFill>
                <a:schemeClr val="bg1"/>
              </a:solidFill>
            </a:rPr>
            <a:t>Select  *  from customers </a:t>
          </a: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dirty="0">
              <a:solidFill>
                <a:schemeClr val="bg1"/>
              </a:solidFill>
            </a:rPr>
            <a:t>where not region = ‘Central’ ;</a:t>
          </a:r>
          <a:endParaRPr lang="en-IN" sz="2300" kern="1200" dirty="0">
            <a:solidFill>
              <a:schemeClr val="bg1"/>
            </a:solidFill>
          </a:endParaRPr>
        </a:p>
      </dsp:txBody>
      <dsp:txXfrm>
        <a:off x="87083" y="51232"/>
        <a:ext cx="9723545" cy="947026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6E04F8-DFB5-42B2-946C-F933F0669841}">
      <dsp:nvSpPr>
        <dsp:cNvPr id="0" name=""/>
        <dsp:cNvSpPr/>
      </dsp:nvSpPr>
      <dsp:spPr>
        <a:xfrm>
          <a:off x="0" y="8068"/>
          <a:ext cx="10169538" cy="10494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dirty="0"/>
            <a:t>select * from customers where category = ’Technology’</a:t>
          </a: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dirty="0"/>
            <a:t>order by order date asc ;</a:t>
          </a:r>
          <a:endParaRPr lang="en-IN" sz="2300" kern="1200" dirty="0"/>
        </a:p>
      </dsp:txBody>
      <dsp:txXfrm>
        <a:off x="51232" y="59300"/>
        <a:ext cx="10067074" cy="947026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CBAD48-F408-466A-883F-380C6E4E45BD}">
      <dsp:nvSpPr>
        <dsp:cNvPr id="0" name=""/>
        <dsp:cNvSpPr/>
      </dsp:nvSpPr>
      <dsp:spPr>
        <a:xfrm>
          <a:off x="0" y="0"/>
          <a:ext cx="9861453" cy="8669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select * from customers where state = ’Texas’ 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order by order date desc;</a:t>
          </a:r>
          <a:endParaRPr lang="en-IN" sz="1900" kern="1200" dirty="0"/>
        </a:p>
      </dsp:txBody>
      <dsp:txXfrm>
        <a:off x="42322" y="42322"/>
        <a:ext cx="9776809" cy="782326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55E596-2551-47D2-85B4-4CC53F5D0CB4}">
      <dsp:nvSpPr>
        <dsp:cNvPr id="0" name=""/>
        <dsp:cNvSpPr/>
      </dsp:nvSpPr>
      <dsp:spPr>
        <a:xfrm>
          <a:off x="0" y="16228"/>
          <a:ext cx="8642132" cy="109511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solidFill>
                <a:schemeClr val="bg1"/>
              </a:solidFill>
            </a:rPr>
            <a:t>select  *  from customers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solidFill>
                <a:schemeClr val="bg1"/>
              </a:solidFill>
            </a:rPr>
            <a:t>where category is null ;</a:t>
          </a:r>
          <a:endParaRPr lang="en-IN" sz="2400" kern="1200" dirty="0">
            <a:solidFill>
              <a:schemeClr val="bg1"/>
            </a:solidFill>
          </a:endParaRPr>
        </a:p>
      </dsp:txBody>
      <dsp:txXfrm>
        <a:off x="53459" y="69687"/>
        <a:ext cx="8535214" cy="988201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245307-B325-4E8C-A240-5BDC2B9C6F04}">
      <dsp:nvSpPr>
        <dsp:cNvPr id="0" name=""/>
        <dsp:cNvSpPr/>
      </dsp:nvSpPr>
      <dsp:spPr>
        <a:xfrm>
          <a:off x="0" y="14067"/>
          <a:ext cx="8368873" cy="127173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select  *  from customers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where category = ‘Technology’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order by sales desc limit 5;</a:t>
          </a:r>
          <a:endParaRPr lang="en-IN" sz="2000" kern="1200" dirty="0"/>
        </a:p>
      </dsp:txBody>
      <dsp:txXfrm>
        <a:off x="62081" y="76148"/>
        <a:ext cx="8244711" cy="1147568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C055A3-2E67-4F9F-B8A6-591D94855AFA}">
      <dsp:nvSpPr>
        <dsp:cNvPr id="0" name=""/>
        <dsp:cNvSpPr/>
      </dsp:nvSpPr>
      <dsp:spPr>
        <a:xfrm>
          <a:off x="0" y="0"/>
          <a:ext cx="9592750" cy="12537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 dirty="0"/>
            <a:t>select * from customers </a:t>
          </a:r>
        </a:p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0" i="0" kern="1200" dirty="0"/>
            <a:t>where subcategory in (‘paper’, ‘phones’, ’art’);</a:t>
          </a:r>
          <a:endParaRPr lang="en-IN" sz="2700" kern="1200" dirty="0"/>
        </a:p>
      </dsp:txBody>
      <dsp:txXfrm>
        <a:off x="61204" y="61204"/>
        <a:ext cx="9470342" cy="1131372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C8F0BE-11E2-4FAB-A840-9604D71BDD9E}">
      <dsp:nvSpPr>
        <dsp:cNvPr id="0" name=""/>
        <dsp:cNvSpPr/>
      </dsp:nvSpPr>
      <dsp:spPr>
        <a:xfrm>
          <a:off x="0" y="0"/>
          <a:ext cx="10353821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Select * from customers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where order date between ’2015-01-04’ and ’2015-12-29’;</a:t>
          </a:r>
          <a:endParaRPr lang="en-IN" sz="2400" kern="1200" dirty="0"/>
        </a:p>
      </dsp:txBody>
      <dsp:txXfrm>
        <a:off x="59399" y="59399"/>
        <a:ext cx="10235023" cy="1098002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B0F89E-196C-419E-B435-8E3BACD84F11}">
      <dsp:nvSpPr>
        <dsp:cNvPr id="0" name=""/>
        <dsp:cNvSpPr/>
      </dsp:nvSpPr>
      <dsp:spPr>
        <a:xfrm>
          <a:off x="0" y="0"/>
          <a:ext cx="8510954" cy="1087483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dirty="0"/>
            <a:t>select * from customers </a:t>
          </a:r>
        </a:p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0" i="0" kern="1200" dirty="0"/>
            <a:t>where region like ‘w%’;</a:t>
          </a:r>
          <a:endParaRPr lang="en-IN" sz="2300" kern="1200" dirty="0"/>
        </a:p>
      </dsp:txBody>
      <dsp:txXfrm>
        <a:off x="53087" y="53087"/>
        <a:ext cx="8404780" cy="981309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502A48-5641-4378-82A9-4854D48C28FA}">
      <dsp:nvSpPr>
        <dsp:cNvPr id="0" name=""/>
        <dsp:cNvSpPr/>
      </dsp:nvSpPr>
      <dsp:spPr>
        <a:xfrm>
          <a:off x="0" y="1260"/>
          <a:ext cx="9495691" cy="1277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select count(*) from customers 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where category =’technology’;</a:t>
          </a:r>
          <a:endParaRPr lang="en-IN" sz="2800" kern="1200" dirty="0"/>
        </a:p>
      </dsp:txBody>
      <dsp:txXfrm>
        <a:off x="62369" y="63629"/>
        <a:ext cx="9370953" cy="1152901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2BAEED-7BFA-4F01-B8AC-7F4E75127FD9}">
      <dsp:nvSpPr>
        <dsp:cNvPr id="0" name=""/>
        <dsp:cNvSpPr/>
      </dsp:nvSpPr>
      <dsp:spPr>
        <a:xfrm>
          <a:off x="0" y="149"/>
          <a:ext cx="8953672" cy="861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select count(distinct category) from customers;</a:t>
          </a:r>
          <a:endParaRPr lang="en-IN" sz="2800" kern="1200" dirty="0"/>
        </a:p>
      </dsp:txBody>
      <dsp:txXfrm>
        <a:off x="42036" y="42185"/>
        <a:ext cx="8869600" cy="777048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EA2935-217B-4AB1-B79E-14DD9ED227CE}">
      <dsp:nvSpPr>
        <dsp:cNvPr id="0" name=""/>
        <dsp:cNvSpPr/>
      </dsp:nvSpPr>
      <dsp:spPr>
        <a:xfrm>
          <a:off x="0" y="0"/>
          <a:ext cx="8825658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select avg(sales) from customers;</a:t>
          </a:r>
          <a:endParaRPr lang="en-IN" sz="2800" kern="1200" dirty="0"/>
        </a:p>
      </dsp:txBody>
      <dsp:txXfrm>
        <a:off x="59399" y="59399"/>
        <a:ext cx="8706860" cy="1098002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A99E2B-CE1C-4A8C-B24D-D80FA906D548}">
      <dsp:nvSpPr>
        <dsp:cNvPr id="0" name=""/>
        <dsp:cNvSpPr/>
      </dsp:nvSpPr>
      <dsp:spPr>
        <a:xfrm>
          <a:off x="0" y="0"/>
          <a:ext cx="8284467" cy="10206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Select sum(sales) from customers</a:t>
          </a:r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 dirty="0"/>
            <a:t> Where state = ’Texas’;</a:t>
          </a:r>
          <a:endParaRPr lang="en-IN" sz="2800" kern="1200" dirty="0"/>
        </a:p>
      </dsp:txBody>
      <dsp:txXfrm>
        <a:off x="49823" y="49823"/>
        <a:ext cx="8184821" cy="920985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A0DB41-F0D5-4CA6-8DD9-6F5D7E793B17}">
      <dsp:nvSpPr>
        <dsp:cNvPr id="0" name=""/>
        <dsp:cNvSpPr/>
      </dsp:nvSpPr>
      <dsp:spPr>
        <a:xfrm>
          <a:off x="0" y="1720"/>
          <a:ext cx="8825658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solidFill>
                <a:schemeClr val="bg1"/>
              </a:solidFill>
            </a:rPr>
            <a:t>Select max(sales) from customers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>
              <a:solidFill>
                <a:schemeClr val="bg1"/>
              </a:solidFill>
            </a:rPr>
            <a:t>Where category = ‘office supplies’ ;</a:t>
          </a:r>
          <a:endParaRPr lang="en-IN" sz="2400" kern="1200" dirty="0">
            <a:solidFill>
              <a:schemeClr val="bg1"/>
            </a:solidFill>
          </a:endParaRPr>
        </a:p>
      </dsp:txBody>
      <dsp:txXfrm>
        <a:off x="59399" y="61119"/>
        <a:ext cx="8706860" cy="1098002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4C65D6-885F-4FB1-96D9-67AD985324E1}">
      <dsp:nvSpPr>
        <dsp:cNvPr id="0" name=""/>
        <dsp:cNvSpPr/>
      </dsp:nvSpPr>
      <dsp:spPr>
        <a:xfrm>
          <a:off x="0" y="153133"/>
          <a:ext cx="9817845" cy="163507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Select category, count (*) as total_orders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From customers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 dirty="0"/>
            <a:t>group by category;</a:t>
          </a:r>
          <a:endParaRPr lang="en-IN" sz="2400" kern="1200" dirty="0"/>
        </a:p>
      </dsp:txBody>
      <dsp:txXfrm>
        <a:off x="79818" y="232951"/>
        <a:ext cx="9658209" cy="1475439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A5689C8-A8C9-43EA-ACB2-EECF491B0700}">
      <dsp:nvSpPr>
        <dsp:cNvPr id="0" name=""/>
        <dsp:cNvSpPr/>
      </dsp:nvSpPr>
      <dsp:spPr>
        <a:xfrm>
          <a:off x="0" y="101582"/>
          <a:ext cx="10775851" cy="13689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solidFill>
                <a:schemeClr val="bg1"/>
              </a:solidFill>
            </a:rPr>
            <a:t>select subcategory, count(*) as total_order</a:t>
          </a:r>
          <a:r>
            <a:rPr lang="en-IN" sz="2000" b="0" i="0" kern="1200" dirty="0">
              <a:solidFill>
                <a:schemeClr val="bg1"/>
              </a:solidFill>
            </a:rPr>
            <a:t> </a:t>
          </a:r>
          <a:r>
            <a:rPr lang="en-US" sz="2000" b="0" i="0" kern="1200" dirty="0">
              <a:solidFill>
                <a:schemeClr val="bg1"/>
              </a:solidFill>
            </a:rPr>
            <a:t>from customers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solidFill>
                <a:schemeClr val="bg1"/>
              </a:solidFill>
            </a:rPr>
            <a:t>group by subcategory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>
              <a:solidFill>
                <a:schemeClr val="bg1"/>
              </a:solidFill>
            </a:rPr>
            <a:t>having total_order  &gt;  1000 ;</a:t>
          </a:r>
          <a:endParaRPr lang="en-IN" sz="2000" kern="1200" dirty="0">
            <a:solidFill>
              <a:schemeClr val="bg1"/>
            </a:solidFill>
          </a:endParaRPr>
        </a:p>
      </dsp:txBody>
      <dsp:txXfrm>
        <a:off x="66824" y="168406"/>
        <a:ext cx="10642203" cy="12352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EB013032-B725-41F9-BC83-447C309CFE02}" type="datetimeFigureOut">
              <a:rPr lang="en-IN" smtClean="0"/>
              <a:t>04-04-2024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7E4A9520-4110-4F54-87FE-1BFEB43FF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8279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13032-B725-41F9-BC83-447C309CFE02}" type="datetimeFigureOut">
              <a:rPr lang="en-IN" smtClean="0"/>
              <a:t>04-04-2024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A9520-4110-4F54-87FE-1BFEB43FF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68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13032-B725-41F9-BC83-447C309CFE02}" type="datetimeFigureOut">
              <a:rPr lang="en-IN" smtClean="0"/>
              <a:t>04-04-2024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A9520-4110-4F54-87FE-1BFEB43FF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4131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13032-B725-41F9-BC83-447C309CFE02}" type="datetimeFigureOut">
              <a:rPr lang="en-IN" smtClean="0"/>
              <a:t>04-04-2024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A9520-4110-4F54-87FE-1BFEB43FF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720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13032-B725-41F9-BC83-447C309CFE02}" type="datetimeFigureOut">
              <a:rPr lang="en-IN" smtClean="0"/>
              <a:t>04-04-2024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A9520-4110-4F54-87FE-1BFEB43FF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362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13032-B725-41F9-BC83-447C309CFE02}" type="datetimeFigureOut">
              <a:rPr lang="en-IN" smtClean="0"/>
              <a:t>04-04-2024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A9520-4110-4F54-87FE-1BFEB43FF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575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13032-B725-41F9-BC83-447C309CFE02}" type="datetimeFigureOut">
              <a:rPr lang="en-IN" smtClean="0"/>
              <a:t>04-04-2024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A9520-4110-4F54-87FE-1BFEB43FF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6043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13032-B725-41F9-BC83-447C309CFE02}" type="datetimeFigureOut">
              <a:rPr lang="en-IN" smtClean="0"/>
              <a:t>04-04-2024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A9520-4110-4F54-87FE-1BFEB43FF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8352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13032-B725-41F9-BC83-447C309CFE02}" type="datetimeFigureOut">
              <a:rPr lang="en-IN" smtClean="0"/>
              <a:t>04-04-2024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A9520-4110-4F54-87FE-1BFEB43FF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050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13032-B725-41F9-BC83-447C309CFE02}" type="datetimeFigureOut">
              <a:rPr lang="en-IN" smtClean="0"/>
              <a:t>04-04-2024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A9520-4110-4F54-87FE-1BFEB43FF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55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13032-B725-41F9-BC83-447C309CFE02}" type="datetimeFigureOut">
              <a:rPr lang="en-IN" smtClean="0"/>
              <a:t>04-04-2024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A9520-4110-4F54-87FE-1BFEB43FF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6729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13032-B725-41F9-BC83-447C309CFE02}" type="datetimeFigureOut">
              <a:rPr lang="en-IN" smtClean="0"/>
              <a:t>04-04-2024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A9520-4110-4F54-87FE-1BFEB43FF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5545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13032-B725-41F9-BC83-447C309CFE02}" type="datetimeFigureOut">
              <a:rPr lang="en-IN" smtClean="0"/>
              <a:t>04-04-2024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A9520-4110-4F54-87FE-1BFEB43FF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5073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13032-B725-41F9-BC83-447C309CFE02}" type="datetimeFigureOut">
              <a:rPr lang="en-IN" smtClean="0"/>
              <a:t>04-04-2024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A9520-4110-4F54-87FE-1BFEB43FF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33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13032-B725-41F9-BC83-447C309CFE02}" type="datetimeFigureOut">
              <a:rPr lang="en-IN" smtClean="0"/>
              <a:t>04-04-2024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A9520-4110-4F54-87FE-1BFEB43FF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0654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13032-B725-41F9-BC83-447C309CFE02}" type="datetimeFigureOut">
              <a:rPr lang="en-IN" smtClean="0"/>
              <a:t>04-04-2024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A9520-4110-4F54-87FE-1BFEB43FF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0472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013032-B725-41F9-BC83-447C309CFE02}" type="datetimeFigureOut">
              <a:rPr lang="en-IN" smtClean="0"/>
              <a:t>04-04-2024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A9520-4110-4F54-87FE-1BFEB43FF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033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EB013032-B725-41F9-BC83-447C309CFE02}" type="datetimeFigureOut">
              <a:rPr lang="en-IN" smtClean="0"/>
              <a:t>04-04-2024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7E4A9520-4110-4F54-87FE-1BFEB43FF1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942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5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6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7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8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9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10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11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12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7" Type="http://schemas.openxmlformats.org/officeDocument/2006/relationships/image" Target="../media/image13.pn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7" Type="http://schemas.openxmlformats.org/officeDocument/2006/relationships/image" Target="../media/image14.pn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15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16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7" Type="http://schemas.openxmlformats.org/officeDocument/2006/relationships/image" Target="../media/image17.png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7" Type="http://schemas.openxmlformats.org/officeDocument/2006/relationships/image" Target="../media/image18.png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7" Type="http://schemas.openxmlformats.org/officeDocument/2006/relationships/image" Target="../media/image19.png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7" Type="http://schemas.openxmlformats.org/officeDocument/2006/relationships/image" Target="../media/image20.png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7" Type="http://schemas.openxmlformats.org/officeDocument/2006/relationships/image" Target="../media/image21.png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7" Type="http://schemas.openxmlformats.org/officeDocument/2006/relationships/image" Target="../media/image22.png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7" Type="http://schemas.openxmlformats.org/officeDocument/2006/relationships/image" Target="../media/image23.png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7" Type="http://schemas.openxmlformats.org/officeDocument/2006/relationships/image" Target="../media/image24.png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7" Type="http://schemas.openxmlformats.org/officeDocument/2006/relationships/image" Target="../media/image26.png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7" Type="http://schemas.openxmlformats.org/officeDocument/2006/relationships/image" Target="../media/image27.png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7" Type="http://schemas.openxmlformats.org/officeDocument/2006/relationships/image" Target="../media/image29.png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E9FCB-52D6-DCC2-6490-2C13507B6C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548640"/>
            <a:ext cx="9761574" cy="187100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CUSTOMER DATA ANALYSIS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EE337C-A945-AB42-B74F-B9BFD3C1F3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6143" y="2616591"/>
            <a:ext cx="8825658" cy="643597"/>
          </a:xfrm>
        </p:spPr>
        <p:txBody>
          <a:bodyPr/>
          <a:lstStyle/>
          <a:p>
            <a:pPr algn="r"/>
            <a:r>
              <a:rPr lang="en-US" dirty="0"/>
              <a:t>- </a:t>
            </a:r>
            <a:r>
              <a:rPr lang="en-US" sz="2400" b="1" dirty="0">
                <a:solidFill>
                  <a:schemeClr val="bg1"/>
                </a:solidFill>
              </a:rPr>
              <a:t>An SQL project</a:t>
            </a:r>
            <a:endParaRPr lang="en-IN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6007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44CE7-F402-EF18-8F91-35BA88FA13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9766" y="825305"/>
            <a:ext cx="10255347" cy="861420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1.	FETCH ALL THE RECORDS FROM CUSTOMER TABLE</a:t>
            </a:r>
            <a:r>
              <a:rPr lang="en-US" sz="3200" b="1" dirty="0"/>
              <a:t>.</a:t>
            </a:r>
            <a:endParaRPr lang="en-IN" sz="3200" b="1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0107FAF-23D4-9555-87EE-592FDEDA6A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2533153"/>
              </p:ext>
            </p:extLst>
          </p:nvPr>
        </p:nvGraphicFramePr>
        <p:xfrm>
          <a:off x="1358912" y="2017336"/>
          <a:ext cx="9474176" cy="10318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48A4966-55AE-32C0-35C1-5AEED069F0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2129" y="3390335"/>
            <a:ext cx="5830114" cy="2526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945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F97F0-09C7-5D57-32C4-58749F21C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03479"/>
            <a:ext cx="9882090" cy="861419"/>
          </a:xfrm>
        </p:spPr>
        <p:txBody>
          <a:bodyPr/>
          <a:lstStyle/>
          <a:p>
            <a:r>
              <a:rPr lang="en-US" sz="2800" b="1" dirty="0">
                <a:solidFill>
                  <a:schemeClr val="bg1"/>
                </a:solidFill>
              </a:rPr>
              <a:t>2.	FETCH “ORDER ID, ORDER DATE, COUNTRY, REGION” FROM CUSTOMERS</a:t>
            </a:r>
            <a:r>
              <a:rPr lang="en-US" sz="2800" b="1" dirty="0"/>
              <a:t>.</a:t>
            </a:r>
            <a:endParaRPr lang="en-IN" sz="2800" b="1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B2EF191-7A04-6A59-3F22-3C03D72E2E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37817897"/>
              </p:ext>
            </p:extLst>
          </p:nvPr>
        </p:nvGraphicFramePr>
        <p:xfrm>
          <a:off x="1154955" y="2567580"/>
          <a:ext cx="9353874" cy="8614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0957D90-3ABB-6E32-F365-615D5771EC3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448" y="3731682"/>
            <a:ext cx="4853354" cy="219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4023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1CE02-D85E-251F-55C4-4E4E69753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1902" y="1192011"/>
            <a:ext cx="8825658" cy="1269836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 Fetch unique categories from customers table.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0479817-A98D-1B25-67C6-3DBEFF77E7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6479466"/>
              </p:ext>
            </p:extLst>
          </p:nvPr>
        </p:nvGraphicFramePr>
        <p:xfrm>
          <a:off x="1472155" y="2031137"/>
          <a:ext cx="7925063" cy="8614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AC9E3DBE-E1A6-2442-C122-A2E411E683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8559" y="3429000"/>
            <a:ext cx="3812344" cy="179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106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1EBC-DEAB-A9FC-A400-C55B72E903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114995"/>
            <a:ext cx="8825658" cy="559061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4. CHANGE ORDER ID AS ID</a:t>
            </a:r>
            <a:endParaRPr lang="en-IN" sz="32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6FE5349-407E-D1B2-3980-0F43EFFD9ABE}"/>
              </a:ext>
            </a:extLst>
          </p:cNvPr>
          <p:cNvGraphicFramePr/>
          <p:nvPr/>
        </p:nvGraphicFramePr>
        <p:xfrm>
          <a:off x="1281564" y="1949774"/>
          <a:ext cx="8825658" cy="8614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3A6BCA3-5800-DBF5-059B-10FD7F2FC60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353" y="3305907"/>
            <a:ext cx="4336861" cy="243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020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A0F0C3-83C3-FB9F-2AC7-C27D70A813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649910"/>
            <a:ext cx="8825658" cy="861420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5. Fetch order details related to technology.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F83D80A-D3FE-6B83-1496-8C29270FC9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6623284"/>
              </p:ext>
            </p:extLst>
          </p:nvPr>
        </p:nvGraphicFramePr>
        <p:xfrm>
          <a:off x="1154955" y="1885072"/>
          <a:ext cx="8825658" cy="14616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714FC1B-BFCB-018A-9E66-1E7B33FFAE3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1798" y="3429000"/>
            <a:ext cx="6711971" cy="2589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571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53BEB-86B8-CF45-381E-60AD3EA38D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7669" y="1267819"/>
            <a:ext cx="10014793" cy="1642273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6. FETCH ORDER DETAILS WHERE QUANTITY IS GREATER THAN 10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8F21F53-E634-2893-5D31-1C66E575D2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8748148"/>
              </p:ext>
            </p:extLst>
          </p:nvPr>
        </p:nvGraphicFramePr>
        <p:xfrm>
          <a:off x="887669" y="2278965"/>
          <a:ext cx="10619703" cy="11500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67932E47-D35F-6F5F-A94B-C0EEF085388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715" y="3738358"/>
            <a:ext cx="9266569" cy="219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1566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64599-E2FC-5029-A7D7-315D93EEB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828" y="768417"/>
            <a:ext cx="10775852" cy="2078371"/>
          </a:xfrm>
        </p:spPr>
        <p:txBody>
          <a:bodyPr/>
          <a:lstStyle/>
          <a:p>
            <a:pPr marL="457200">
              <a:lnSpc>
                <a:spcPct val="107000"/>
              </a:lnSpc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32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7. </a:t>
            </a:r>
            <a:r>
              <a:rPr lang="en-US" sz="32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FETCH ORDER DETAILS WHERE SALES IS LESS THAN 5000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F860A00-B926-B3B7-6657-A62DF6F14B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9178363"/>
              </p:ext>
            </p:extLst>
          </p:nvPr>
        </p:nvGraphicFramePr>
        <p:xfrm>
          <a:off x="1354925" y="2264898"/>
          <a:ext cx="8825658" cy="9847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7EC69B5-5E15-520D-1B57-BB6F39752CF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308" y="3562674"/>
            <a:ext cx="10269383" cy="2366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963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E90A9-5D5A-9DE8-D211-D2109C1FD1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2505" y="481949"/>
            <a:ext cx="10886989" cy="2627011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8. FETCH ALL RECORDS FROM CUSTOMERS WHERE STATE IS TEXAS AND CATEGORY IS TECHNOLOGY.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78165EC-A0D0-6F50-BB6D-AC3FDBA30A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3801235"/>
              </p:ext>
            </p:extLst>
          </p:nvPr>
        </p:nvGraphicFramePr>
        <p:xfrm>
          <a:off x="1070549" y="2678250"/>
          <a:ext cx="8825658" cy="8614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A36D8EC-83A5-12E8-6185-D7114DBE2F9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9727" y="3826412"/>
            <a:ext cx="6916115" cy="197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713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BDCF0-A5C3-6FDC-C309-726DFF4453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1859" y="1326010"/>
            <a:ext cx="11000935" cy="861420"/>
          </a:xfrm>
        </p:spPr>
        <p:txBody>
          <a:bodyPr/>
          <a:lstStyle/>
          <a:p>
            <a:r>
              <a:rPr lang="en-US" sz="2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9. FETCH ALL RECORDS FROM CUSTOMERS WHERE QUANTITY IS </a:t>
            </a:r>
            <a:br>
              <a:rPr lang="en-US" sz="2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sz="2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GREATER THAN 5, REGION IS EAST AND SUBCATEGORY IS  PHONES</a:t>
            </a:r>
            <a:endParaRPr lang="en-IN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F4E5388-8FEA-E0D7-1FCE-58D90020ACF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20151"/>
              </p:ext>
            </p:extLst>
          </p:nvPr>
        </p:nvGraphicFramePr>
        <p:xfrm>
          <a:off x="928467" y="2377440"/>
          <a:ext cx="9819249" cy="1128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13D5366D-1FA4-3861-4F39-E4C46106F25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598" y="3893446"/>
            <a:ext cx="8932985" cy="197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652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86228-CC54-7D0C-716F-664D005BBF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4062" y="1041009"/>
            <a:ext cx="10663309" cy="1955409"/>
          </a:xfrm>
        </p:spPr>
        <p:txBody>
          <a:bodyPr/>
          <a:lstStyle/>
          <a:p>
            <a:r>
              <a:rPr lang="en-US" sz="2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10. FETCH ALL RECORDS RELATED TO TECHNOLOGY AND OFFICE SUPPLIES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90D7937-9994-6A5C-51CA-D1717EFE45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5417725"/>
              </p:ext>
            </p:extLst>
          </p:nvPr>
        </p:nvGraphicFramePr>
        <p:xfrm>
          <a:off x="943938" y="2300294"/>
          <a:ext cx="9578695" cy="8614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8E1F2AF-5D81-03FF-4580-4C1EFA42184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4389" y="3538024"/>
            <a:ext cx="6738424" cy="239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263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A124D-BEC8-87B8-531B-36990FAFC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4" y="1115713"/>
            <a:ext cx="9381747" cy="1627487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11. Fetch all records related to phones, paper and art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9D85E74-D47C-2B44-F0D5-5B655EAA7D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9002835"/>
              </p:ext>
            </p:extLst>
          </p:nvPr>
        </p:nvGraphicFramePr>
        <p:xfrm>
          <a:off x="1432998" y="2312490"/>
          <a:ext cx="8825658" cy="8614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0E5C8B7-B25A-C910-09AD-C31C401454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7111" y="3429000"/>
            <a:ext cx="7554379" cy="221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5510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02CA7-EB6E-3BFE-019E-6A2E126AA7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2105" y="376036"/>
            <a:ext cx="10902462" cy="2677648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12. FETCH ALL THE RECORDS EXCEPT RECORDS RELATED TO CENTRAL REGION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1ABD9C8-AD93-5FCC-AC3B-4F641050D6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7437680"/>
              </p:ext>
            </p:extLst>
          </p:nvPr>
        </p:nvGraphicFramePr>
        <p:xfrm>
          <a:off x="872198" y="2335237"/>
          <a:ext cx="9903654" cy="10937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00533554-48E7-44F0-1C79-0F8E781689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6929" y="3699804"/>
            <a:ext cx="6541477" cy="228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037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CA53B-C3EF-29E2-07F0-4C54BF6AB7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4450" y="1607364"/>
            <a:ext cx="10394620" cy="1329267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13. FETCH ALL THE RECORDS RELATED TO TECHNOLOGY AND ORDER BY ORDER DATE IN ASCENDING ORDER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1AF56D7-5AE6-229F-A8F9-05A44742F3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78123998"/>
              </p:ext>
            </p:extLst>
          </p:nvPr>
        </p:nvGraphicFramePr>
        <p:xfrm>
          <a:off x="859533" y="2363372"/>
          <a:ext cx="10169538" cy="10656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FE411FC-97EC-C0B4-D2AA-56E349C9086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948" y="3692639"/>
            <a:ext cx="9706707" cy="239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370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8CDC-2289-8C33-FD2D-D0B663252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2586" y="383475"/>
            <a:ext cx="10422756" cy="2677648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14. FETCH ALL THE RECORDS RELATED TO TEXAS AND ORDER BY ORDER DATE DESCENDING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0FC3303-3039-5A13-116F-DC2F221610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67259013"/>
              </p:ext>
            </p:extLst>
          </p:nvPr>
        </p:nvGraphicFramePr>
        <p:xfrm>
          <a:off x="900332" y="2432765"/>
          <a:ext cx="9861453" cy="8731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7944784-3EAC-1967-1257-BD86A4D814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9589" y="3552093"/>
            <a:ext cx="6573167" cy="246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413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621CB-1973-905D-0B03-AD19991934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2818" y="735886"/>
            <a:ext cx="10466363" cy="2190194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15. CHECK IS THERE ANY NULL VALUES IN CATEGORY COLUMN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19ACEDB-1E48-DD76-123A-1CB85A847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89830111"/>
              </p:ext>
            </p:extLst>
          </p:nvPr>
        </p:nvGraphicFramePr>
        <p:xfrm>
          <a:off x="1026942" y="2180492"/>
          <a:ext cx="8661534" cy="11113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E80F471-32CC-D7A8-3441-91C73CA25E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6932" y="3566161"/>
            <a:ext cx="8125959" cy="2337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649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9AE5A-F21D-A351-EE06-3E99F84D2B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182" y="741796"/>
            <a:ext cx="10564835" cy="1874795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16. FETCH TOP 5 ORDERS WITH HIGHEST SALES IN TECHNOLOGY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F8C5C89-59F1-9822-F933-FC93690E2A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8428668"/>
              </p:ext>
            </p:extLst>
          </p:nvPr>
        </p:nvGraphicFramePr>
        <p:xfrm>
          <a:off x="789195" y="1921637"/>
          <a:ext cx="8368873" cy="12998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57142F8C-13AA-A27C-804C-8B283390CA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4275" y="3796432"/>
            <a:ext cx="8829200" cy="2278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988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36E17-55BE-EE72-0BD9-C81215C2E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7669" y="700519"/>
            <a:ext cx="9902251" cy="1037362"/>
          </a:xfrm>
        </p:spPr>
        <p:txBody>
          <a:bodyPr/>
          <a:lstStyle/>
          <a:p>
            <a:r>
              <a:rPr lang="en-US" sz="28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17. FETCH ALL RECORDS RELATED TO PAPER ,PHONES AND ART SUBCATEGORY</a:t>
            </a:r>
            <a:endParaRPr lang="en-IN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1432569-D670-CEBD-8E4C-69B82990477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6815998"/>
              </p:ext>
            </p:extLst>
          </p:nvPr>
        </p:nvGraphicFramePr>
        <p:xfrm>
          <a:off x="1000210" y="2006044"/>
          <a:ext cx="10408687" cy="12717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7CA09A2-ABE7-79E2-8D32-323369AC80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6920" y="3545934"/>
            <a:ext cx="6963747" cy="2460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0673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317C7-681A-0A8F-0F26-D46A947BA7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2904" y="0"/>
            <a:ext cx="10846191" cy="2677648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18. FETCH ALL RECORDS BETWEEN 04-01-2015 AND 29-12-2015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14CDBBD-BE91-7C7D-0880-39F65C8129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8357889"/>
              </p:ext>
            </p:extLst>
          </p:nvPr>
        </p:nvGraphicFramePr>
        <p:xfrm>
          <a:off x="900332" y="2124222"/>
          <a:ext cx="10353822" cy="13047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D848436-7304-98B9-4488-4BBE0153EE0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819" y="3549846"/>
            <a:ext cx="5894362" cy="250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6950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E2A23-9D17-3798-AD07-F578705A5F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9195" y="-119624"/>
            <a:ext cx="8825658" cy="2677648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19. FETCH ALL RECORDS RELATED TO WEST REGION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465AF7C-5CE2-47A7-613F-4B58C87158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0754275"/>
              </p:ext>
            </p:extLst>
          </p:nvPr>
        </p:nvGraphicFramePr>
        <p:xfrm>
          <a:off x="956603" y="2067950"/>
          <a:ext cx="8510954" cy="1111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BF12970-002B-9273-BF55-806F510F5A0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064" y="3548085"/>
            <a:ext cx="5317587" cy="239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720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B27F1-6ADC-F801-AA12-6C96564F6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534" y="0"/>
            <a:ext cx="9882090" cy="2677648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20. FIND NUMBER OF ORDERS RELATED TO TECHNOLOGY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CE196FA-A5AE-F8B4-ADE3-2D7D15DE4A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2970604"/>
              </p:ext>
            </p:extLst>
          </p:nvPr>
        </p:nvGraphicFramePr>
        <p:xfrm>
          <a:off x="1012874" y="2025749"/>
          <a:ext cx="9495692" cy="1280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B38F850-B55D-1DC3-495E-ADEB262318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5316" y="3552092"/>
            <a:ext cx="5570807" cy="242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4163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BD3B7-39FE-BB75-504C-5428FEF74A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992" y="932115"/>
            <a:ext cx="10225808" cy="1459393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21. FIND COUNT OF UNIQUE CATEGORIES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C02F789-8E75-9508-9FD1-05F67F096F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16122870"/>
              </p:ext>
            </p:extLst>
          </p:nvPr>
        </p:nvGraphicFramePr>
        <p:xfrm>
          <a:off x="872197" y="1960798"/>
          <a:ext cx="8953672" cy="8614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8B45421-5738-FFB4-7777-0FA66BF48BA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096" y="3265447"/>
            <a:ext cx="4206240" cy="2375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2995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854C9-AB22-E3A8-8F48-B2EF28DCA8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404316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22. FIND THE AVERAGE SALES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66AE67D-658E-445C-550D-3D917FA7D1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0925421"/>
              </p:ext>
            </p:extLst>
          </p:nvPr>
        </p:nvGraphicFramePr>
        <p:xfrm>
          <a:off x="1154955" y="2099733"/>
          <a:ext cx="8825658" cy="17126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D0C9E184-6167-2EAD-85B4-11D83C8A95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7433" y="3601328"/>
            <a:ext cx="4192171" cy="226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606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7FEDD-B866-1648-9E17-DE8F7564E5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530925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23. FIND SUM OF SALES IN TEXAS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5E17585-C6E3-515A-2020-8F453C32302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7784304"/>
              </p:ext>
            </p:extLst>
          </p:nvPr>
        </p:nvGraphicFramePr>
        <p:xfrm>
          <a:off x="1154955" y="2099733"/>
          <a:ext cx="8284467" cy="3539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E155C13-7BD5-3160-8F54-BCAE6A231E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5846" y="3597812"/>
            <a:ext cx="3882683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6991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E648B-9C62-7F69-E5A3-5EF72E13DA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741941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24. FIND LEAST SALES IN TECHNOLOGY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187E3-507E-97E6-D9C0-EA0BE3E3A3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9317" y="2470702"/>
            <a:ext cx="9291296" cy="849273"/>
          </a:xfrm>
        </p:spPr>
        <p:txBody>
          <a:bodyPr>
            <a:normAutofit fontScale="25000" lnSpcReduction="20000"/>
          </a:bodyPr>
          <a:lstStyle/>
          <a:p>
            <a:pPr marL="457200">
              <a:lnSpc>
                <a:spcPct val="107000"/>
              </a:lnSpc>
            </a:pPr>
            <a:r>
              <a:rPr lang="en-US" sz="11200" cap="none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min(sales) from customers</a:t>
            </a:r>
          </a:p>
          <a:p>
            <a:pPr marL="457200">
              <a:lnSpc>
                <a:spcPct val="107000"/>
              </a:lnSpc>
            </a:pPr>
            <a:r>
              <a:rPr lang="en-US" sz="11200" cap="none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where category = ‘Technology’ ;</a:t>
            </a:r>
            <a:endParaRPr lang="en-IN" sz="11200" cap="none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US" sz="1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1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A5B952-41FB-0862-DD98-FC31AB21C8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8787" y="3690944"/>
            <a:ext cx="4304714" cy="227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65432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07B0D-5650-D16B-C35F-DDC5A252ED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559061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25. FIND HIGHEST SALES IN OFFICE SUPPLIES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F1D8A48-65EB-F76F-8FCC-C47328AA53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6645579"/>
              </p:ext>
            </p:extLst>
          </p:nvPr>
        </p:nvGraphicFramePr>
        <p:xfrm>
          <a:off x="1154955" y="2099733"/>
          <a:ext cx="8825658" cy="12202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01816DF1-6C83-4876-0C83-B3E2BB2B2D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6924" y="3657600"/>
            <a:ext cx="3770141" cy="2237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65302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F7A74-5C3D-93C4-6D34-C2CFF47E15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2874" y="900332"/>
            <a:ext cx="10410091" cy="2250831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26. </a:t>
            </a:r>
            <a:r>
              <a:rPr lang="en-US" sz="32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WRITE AN SQL QUERY TO FIND NUMBER OF ORDERS IN EACH CATEGORY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8A6985F-75D0-5C07-F1DD-80BE6ACA0A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3657389"/>
              </p:ext>
            </p:extLst>
          </p:nvPr>
        </p:nvGraphicFramePr>
        <p:xfrm>
          <a:off x="1012874" y="2236763"/>
          <a:ext cx="9817845" cy="19413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661C4C9B-700B-D0B9-35DB-AFF442EE13B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1" y="4332849"/>
            <a:ext cx="4206239" cy="1779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0568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51C29-4596-FF7A-B0AF-5E653F564E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8008" y="439745"/>
            <a:ext cx="8825658" cy="2008033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27. FIND TOTAL SALES OVER DIFFERENT REGION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7D07A-4814-A7F6-F236-766FB3C13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6482" y="2174856"/>
            <a:ext cx="9198866" cy="1721895"/>
          </a:xfrm>
        </p:spPr>
        <p:txBody>
          <a:bodyPr>
            <a:normAutofit fontScale="62500" lnSpcReduction="20000"/>
          </a:bodyPr>
          <a:lstStyle/>
          <a:p>
            <a:pPr marL="457200">
              <a:lnSpc>
                <a:spcPct val="107000"/>
              </a:lnSpc>
            </a:pPr>
            <a:r>
              <a:rPr lang="en-US" sz="5100" cap="none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select region, sum(sales) from customers</a:t>
            </a:r>
          </a:p>
          <a:p>
            <a:pPr marL="457200">
              <a:lnSpc>
                <a:spcPct val="107000"/>
              </a:lnSpc>
            </a:pPr>
            <a:r>
              <a:rPr lang="en-US" sz="5100" cap="none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group by region ;</a:t>
            </a:r>
            <a:endParaRPr lang="en-IN" sz="5100" cap="none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US" sz="5100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N" sz="51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91CFAB-08C6-2025-C8E2-A64E05E79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9464" y="3622510"/>
            <a:ext cx="3854547" cy="234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5348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7E3E9-06E8-4DC7-5F6D-DDEC9E4C72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074" y="1219200"/>
            <a:ext cx="10775852" cy="1875692"/>
          </a:xfrm>
        </p:spPr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28. </a:t>
            </a:r>
            <a:r>
              <a:rPr lang="en-US" sz="3200" b="1" dirty="0">
                <a:solidFill>
                  <a:schemeClr val="bg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FIND SUBCATEGORIES WHICH HAVE GOT ORDERS GREATER THAN 10</a:t>
            </a:r>
            <a:b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E77EEA3-A6F4-0F6D-5C98-5E86A446C3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2347500"/>
              </p:ext>
            </p:extLst>
          </p:nvPr>
        </p:nvGraphicFramePr>
        <p:xfrm>
          <a:off x="708074" y="2160562"/>
          <a:ext cx="10775852" cy="1572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CAF48FC1-8E32-92E9-5A26-82E454240D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5397" y="3763109"/>
            <a:ext cx="4360984" cy="2260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685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8592B-B31C-03D3-0B60-C1893A5F42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219200"/>
            <a:ext cx="8825658" cy="2677648"/>
          </a:xfrm>
        </p:spPr>
        <p:txBody>
          <a:bodyPr/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Cooper Black" panose="0208090404030B020404" pitchFamily="18" charset="0"/>
              </a:rPr>
              <a:t>Thank you</a:t>
            </a:r>
            <a:endParaRPr lang="en-IN" sz="7200" b="1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132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479</TotalTime>
  <Words>703</Words>
  <Application>Microsoft Office PowerPoint</Application>
  <PresentationFormat>Widescreen</PresentationFormat>
  <Paragraphs>82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Calibri</vt:lpstr>
      <vt:lpstr>Century Gothic</vt:lpstr>
      <vt:lpstr>Cooper Black</vt:lpstr>
      <vt:lpstr>Wingdings 3</vt:lpstr>
      <vt:lpstr>Ion Boardroom</vt:lpstr>
      <vt:lpstr>CUSTOMER DATA ANALYSIS</vt:lpstr>
      <vt:lpstr>1. FETCH ALL THE RECORDS FROM CUSTOMER TABLE.</vt:lpstr>
      <vt:lpstr>2. FETCH “ORDER ID, ORDER DATE, COUNTRY, REGION” FROM CUSTOMERS.</vt:lpstr>
      <vt:lpstr>3. Fetch unique categories from customers table. </vt:lpstr>
      <vt:lpstr>4. CHANGE ORDER ID AS ID</vt:lpstr>
      <vt:lpstr>5. Fetch order details related to technology. </vt:lpstr>
      <vt:lpstr>6. FETCH ORDER DETAILS WHERE QUANTITY IS GREATER THAN 10 </vt:lpstr>
      <vt:lpstr>  7. FETCH ORDER DETAILS WHERE SALES IS LESS THAN 5000 </vt:lpstr>
      <vt:lpstr>8. FETCH ALL RECORDS FROM CUSTOMERS WHERE STATE IS TEXAS AND CATEGORY IS TECHNOLOGY. </vt:lpstr>
      <vt:lpstr>9. FETCH ALL RECORDS FROM CUSTOMERS WHERE QUANTITY IS  GREATER THAN 5, REGION IS EAST AND SUBCATEGORY IS  PHONES</vt:lpstr>
      <vt:lpstr>10. FETCH ALL RECORDS RELATED TO TECHNOLOGY AND OFFICE SUPPLIES </vt:lpstr>
      <vt:lpstr>11. Fetch all records related to phones, paper and art </vt:lpstr>
      <vt:lpstr>12. FETCH ALL THE RECORDS EXCEPT RECORDS RELATED TO CENTRAL REGION </vt:lpstr>
      <vt:lpstr>13. FETCH ALL THE RECORDS RELATED TO TECHNOLOGY AND ORDER BY ORDER DATE IN ASCENDING ORDER </vt:lpstr>
      <vt:lpstr>14. FETCH ALL THE RECORDS RELATED TO TEXAS AND ORDER BY ORDER DATE DESCENDING </vt:lpstr>
      <vt:lpstr>15. CHECK IS THERE ANY NULL VALUES IN CATEGORY COLUMN </vt:lpstr>
      <vt:lpstr>16. FETCH TOP 5 ORDERS WITH HIGHEST SALES IN TECHNOLOGY </vt:lpstr>
      <vt:lpstr>17. FETCH ALL RECORDS RELATED TO PAPER ,PHONES AND ART SUBCATEGORY</vt:lpstr>
      <vt:lpstr>18. FETCH ALL RECORDS BETWEEN 04-01-2015 AND 29-12-2015 </vt:lpstr>
      <vt:lpstr>19. FETCH ALL RECORDS RELATED TO WEST REGION </vt:lpstr>
      <vt:lpstr>20. FIND NUMBER OF ORDERS RELATED TO TECHNOLOGY </vt:lpstr>
      <vt:lpstr>21. FIND COUNT OF UNIQUE CATEGORIES </vt:lpstr>
      <vt:lpstr>22. FIND THE AVERAGE SALES </vt:lpstr>
      <vt:lpstr>23. FIND SUM OF SALES IN TEXAS </vt:lpstr>
      <vt:lpstr>24. FIND LEAST SALES IN TECHNOLOGY </vt:lpstr>
      <vt:lpstr>25. FIND HIGHEST SALES IN OFFICE SUPPLIES </vt:lpstr>
      <vt:lpstr>26. WRITE AN SQL QUERY TO FIND NUMBER OF ORDERS IN EACH CATEGORY </vt:lpstr>
      <vt:lpstr>27. FIND TOTAL SALES OVER DIFFERENT REGION </vt:lpstr>
      <vt:lpstr>28. FIND SUBCATEGORIES WHICH HAVE GOT ORDERS GREATER THAN 10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Neha Gupta</dc:creator>
  <cp:lastModifiedBy>Neha Gupta</cp:lastModifiedBy>
  <cp:revision>30</cp:revision>
  <dcterms:created xsi:type="dcterms:W3CDTF">2024-04-03T15:51:30Z</dcterms:created>
  <dcterms:modified xsi:type="dcterms:W3CDTF">2024-04-04T08:07:19Z</dcterms:modified>
</cp:coreProperties>
</file>